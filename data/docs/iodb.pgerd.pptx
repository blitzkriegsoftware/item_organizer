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43E9-34C8-DEAE-CD3D-0DD82B53C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1452D-1803-E2D7-0151-574618DDE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76329-AACC-82B3-E38B-E8E1F109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7CF33-9EC4-7510-2351-999D05A7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691EC-4AA5-9871-4FE1-6FB5ACAD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88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1AAB-E5A0-8642-CB49-0D517220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0C129-116B-FB66-B8ED-3FFECDE8D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6D0D8-8749-DE5F-BEEC-78EFA6A6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4033B-C22D-206F-FBB1-4BA28D9F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9B76C-9E87-80DE-CC2D-BEC2C245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0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1124-17B4-580D-BABE-893CD044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37E56-7C1A-600D-2D68-8857D798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CC353-0C21-194B-DC09-C8F903C8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23F3-3613-26BA-A68C-1F6EAB15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6E382-DC3F-DC7B-A7E6-C5B6F0D9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4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98163-3F24-9B11-35B5-0B3ACC0A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07CC-C759-4456-E604-809D212B6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08ACB-DDE4-2899-0CA8-1559050C6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01933-A098-4FD2-B6FC-9EF82172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BD34E-3DA7-93C8-ACB7-19BEF69C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5C61C-B8BC-CFE5-5AA1-C24D2A03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0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E318-D860-D188-1917-43526DE51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7641E-66D6-7217-56E1-F43331F6A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788B7-B26C-8758-2365-D45EB6709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06B164-649B-EAB8-C7BC-40207B5B3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A8AF4-63B6-3A9A-389D-1A3864140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B9A09-97D3-4038-284D-38ECA96D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6D642E-72EF-F578-BB40-5AC19702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EC366-3CBB-443B-468A-C2BC4142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33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1955-3B73-A386-2311-45F58A4B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A3EAE-B924-0CF3-2C67-D1196584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4E8B0-439C-BD16-9874-EDDB7EB2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90015-2A67-22B3-F039-2F5B17E1D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3CBFCD-A482-3799-4088-1DEE9216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95B13-90CC-6FA3-9BDB-C8337165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1BF80-28C7-CAC2-0681-8012B075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7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1975-A39B-454D-D6A6-B230A6FC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5FF8-2BAD-A300-6482-6CA34F14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3EDDF-F287-CF7F-7368-687FF1C7F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698E3-8BB5-9468-559C-CE667823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94CC-93A4-4047-7019-128D6C61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0028F-549C-C294-86A2-9554AAE0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9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6764-7D40-E526-A24F-8F2A0E5D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89F3B-28F4-6C98-810E-EBA0BDD8E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249E6-9011-C05D-9613-E65DD215C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342E0-C41E-C7BB-BCFA-3F6A3CED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9460C-21E8-51CF-A605-24763299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EFBDA-59E2-F7CC-E34F-7E1D671F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0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FC825-8B8F-B2A3-4979-172BF2FF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030E5-8FFB-B481-7140-F3F5A1861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EDCD6-AFE9-F0E0-638E-FA914951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F09A4-93F1-D91B-F838-4B8B7AC8D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9E317-2D7D-C7DC-AEFC-6555BA10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0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37B0E-192C-A675-7B98-F85395C90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27529-7EB9-E709-E2E7-34FCE12DC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8D2EC-39E6-D394-1F33-48CAA3E9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74A25-4D4B-9C25-E43A-70244D89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77B1-21CC-C004-F02C-A6191855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038E0-4337-58E5-6D1D-C02100C7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3B320-A559-F28A-F1E3-DE92F6948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FAC0B-F3CA-2822-03AE-F0BFEDBDC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9D541-06B8-4745-B7D3-55C9B08E851D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64839-5C66-F59F-C7EE-A57FDF27D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2D83-5F0D-43AB-757B-917296011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27A6F-2FAB-4406-A29E-84D9A132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3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C1B606-5232-388B-4949-09E639C62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7449F3-C9C8-9D36-5DF8-E9F43EA1FE23}"/>
              </a:ext>
            </a:extLst>
          </p:cNvPr>
          <p:cNvCxnSpPr/>
          <p:nvPr/>
        </p:nvCxnSpPr>
        <p:spPr>
          <a:xfrm>
            <a:off x="1595597" y="3043909"/>
            <a:ext cx="1429901" cy="135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7881C6-BC4C-AA4C-54C2-B22955814785}"/>
              </a:ext>
            </a:extLst>
          </p:cNvPr>
          <p:cNvCxnSpPr>
            <a:cxnSpLocks/>
          </p:cNvCxnSpPr>
          <p:nvPr/>
        </p:nvCxnSpPr>
        <p:spPr>
          <a:xfrm flipH="1">
            <a:off x="1595597" y="4565863"/>
            <a:ext cx="1478996" cy="398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C747FA-DC88-A665-0CB3-36D92B52B261}"/>
              </a:ext>
            </a:extLst>
          </p:cNvPr>
          <p:cNvCxnSpPr>
            <a:cxnSpLocks/>
          </p:cNvCxnSpPr>
          <p:nvPr/>
        </p:nvCxnSpPr>
        <p:spPr>
          <a:xfrm>
            <a:off x="2792295" y="2405670"/>
            <a:ext cx="472543" cy="638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3B57D6-50D1-2895-277E-C1286C0DF548}"/>
              </a:ext>
            </a:extLst>
          </p:cNvPr>
          <p:cNvCxnSpPr>
            <a:cxnSpLocks/>
          </p:cNvCxnSpPr>
          <p:nvPr/>
        </p:nvCxnSpPr>
        <p:spPr>
          <a:xfrm flipV="1">
            <a:off x="4621095" y="1949450"/>
            <a:ext cx="2935405" cy="1161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3B0BA0-321C-5B2B-FDC3-981E941F2F06}"/>
              </a:ext>
            </a:extLst>
          </p:cNvPr>
          <p:cNvCxnSpPr>
            <a:cxnSpLocks/>
          </p:cNvCxnSpPr>
          <p:nvPr/>
        </p:nvCxnSpPr>
        <p:spPr>
          <a:xfrm flipV="1">
            <a:off x="4222196" y="2049729"/>
            <a:ext cx="196381" cy="98804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0F44745F-EB4B-C8DC-E2CB-B305C3AEF486}"/>
              </a:ext>
            </a:extLst>
          </p:cNvPr>
          <p:cNvCxnSpPr>
            <a:cxnSpLocks/>
          </p:cNvCxnSpPr>
          <p:nvPr/>
        </p:nvCxnSpPr>
        <p:spPr>
          <a:xfrm flipV="1">
            <a:off x="5285317" y="459317"/>
            <a:ext cx="747183" cy="6085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D896127F-15E3-C537-2CB4-537462B9C31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86400" y="563033"/>
            <a:ext cx="546100" cy="50479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299B34E-C959-309C-B517-53893EA306CD}"/>
              </a:ext>
            </a:extLst>
          </p:cNvPr>
          <p:cNvCxnSpPr>
            <a:cxnSpLocks/>
          </p:cNvCxnSpPr>
          <p:nvPr/>
        </p:nvCxnSpPr>
        <p:spPr>
          <a:xfrm flipV="1">
            <a:off x="8016875" y="2193925"/>
            <a:ext cx="0" cy="561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D81E959-A6B5-CEF7-E16E-6908D0E3A240}"/>
              </a:ext>
            </a:extLst>
          </p:cNvPr>
          <p:cNvCxnSpPr>
            <a:cxnSpLocks/>
          </p:cNvCxnSpPr>
          <p:nvPr/>
        </p:nvCxnSpPr>
        <p:spPr>
          <a:xfrm>
            <a:off x="7866180" y="3613150"/>
            <a:ext cx="0" cy="879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393738-C90F-7186-2E0C-FCAE7E0BE3E2}"/>
              </a:ext>
            </a:extLst>
          </p:cNvPr>
          <p:cNvCxnSpPr>
            <a:cxnSpLocks/>
          </p:cNvCxnSpPr>
          <p:nvPr/>
        </p:nvCxnSpPr>
        <p:spPr>
          <a:xfrm>
            <a:off x="9152097" y="3240290"/>
            <a:ext cx="709922" cy="81259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8B73280-5992-D8B9-6F7B-D2D9E32A2FD7}"/>
              </a:ext>
            </a:extLst>
          </p:cNvPr>
          <p:cNvCxnSpPr>
            <a:cxnSpLocks/>
          </p:cNvCxnSpPr>
          <p:nvPr/>
        </p:nvCxnSpPr>
        <p:spPr>
          <a:xfrm>
            <a:off x="4621095" y="3646588"/>
            <a:ext cx="2430218" cy="10236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48838E-49C3-67C6-CF9C-7517415C5B33}"/>
              </a:ext>
            </a:extLst>
          </p:cNvPr>
          <p:cNvCxnSpPr>
            <a:cxnSpLocks/>
          </p:cNvCxnSpPr>
          <p:nvPr/>
        </p:nvCxnSpPr>
        <p:spPr>
          <a:xfrm>
            <a:off x="4621095" y="3741709"/>
            <a:ext cx="2430218" cy="102360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E9E0D25-7EA1-486D-B6B5-E0784C187205}"/>
              </a:ext>
            </a:extLst>
          </p:cNvPr>
          <p:cNvSpPr txBox="1"/>
          <p:nvPr/>
        </p:nvSpPr>
        <p:spPr>
          <a:xfrm>
            <a:off x="2964128" y="5449579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Backlog</a:t>
            </a:r>
          </a:p>
        </p:txBody>
      </p:sp>
    </p:spTree>
    <p:extLst>
      <p:ext uri="{BB962C8B-B14F-4D97-AF65-F5344CB8AC3E}">
        <p14:creationId xmlns:p14="http://schemas.microsoft.com/office/powerpoint/2010/main" val="264551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Williams</dc:creator>
  <cp:lastModifiedBy>Stuart Williams</cp:lastModifiedBy>
  <cp:revision>2</cp:revision>
  <dcterms:created xsi:type="dcterms:W3CDTF">2026-09-06T21:55:08Z</dcterms:created>
  <dcterms:modified xsi:type="dcterms:W3CDTF">2026-09-06T22:00:52Z</dcterms:modified>
</cp:coreProperties>
</file>