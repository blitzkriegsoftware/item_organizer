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omments/modernComment_101_5A5B19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3528" userDrawn="1">
          <p15:clr>
            <a:srgbClr val="A4A3A4"/>
          </p15:clr>
        </p15:guide>
        <p15:guide id="4" orient="horz" pos="379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A662F1-43D7-5425-48BE-80B3995C2F36}" name="Stuart Williams" initials="SW" userId="26fd219e5dd9afa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AEE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88" y="428"/>
      </p:cViewPr>
      <p:guideLst>
        <p:guide pos="3840"/>
        <p:guide orient="horz" pos="3528"/>
        <p:guide orient="horz" pos="37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omments/modernComment_101_5A5B19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7ACF1F-6E55-4D38-9010-9758AE896126}" authorId="{96A662F1-43D7-5425-48BE-80B3995C2F36}" created="2026-09-22T23:17:56.9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6" creationId="{BA72B6D9-18A3-7796-8B77-0F8414B08C48}"/>
    </ac:deMkLst>
    <p188:txBody>
      <a:bodyPr/>
      <a:lstStyle/>
      <a:p>
        <a:r>
          <a:rPr lang="en-US"/>
          <a:t>Click to copy ID</a:t>
        </a:r>
      </a:p>
    </p188:txBody>
  </p188:cm>
  <p188:cm id="{FB4C1C22-6EC7-4ECA-A4BA-D1814A4D54A9}" authorId="{96A662F1-43D7-5425-48BE-80B3995C2F36}" created="2026-09-23T00:45:39.0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34" creationId="{3875B451-48CF-F4A1-491D-755E2BD66535}"/>
    </ac:deMkLst>
    <p188:txBody>
      <a:bodyPr/>
      <a:lstStyle/>
      <a:p>
        <a:r>
          <a:rPr lang="en-US"/>
          <a:t>Click to copy id</a:t>
        </a:r>
      </a:p>
    </p188:txBody>
  </p188:cm>
  <p188:cm id="{00964485-18E6-404D-ACBA-2C28427DDF64}" authorId="{96A662F1-43D7-5425-48BE-80B3995C2F36}" created="2026-09-23T00:45:57.9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grpSpMk id="54" creationId="{53F1CF94-328F-0032-63AE-F45DE69F822C}"/>
    </ac:deMkLst>
    <p188:txBody>
      <a:bodyPr/>
      <a:lstStyle/>
      <a:p>
        <a:r>
          <a:rPr lang="en-US"/>
          <a:t>Editable w. markdown</a:t>
        </a:r>
      </a:p>
    </p188:txBody>
  </p188:cm>
  <p188:cm id="{EEE5996F-B751-4870-A895-798E3D31633D}" authorId="{96A662F1-43D7-5425-48BE-80B3995C2F36}" created="2026-09-23T00:46:11.2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5" creationId="{12E66252-205B-E7B5-D301-CF654EC821CE}"/>
    </ac:deMkLst>
    <p188:txBody>
      <a:bodyPr/>
      <a:lstStyle/>
      <a:p>
        <a:r>
          <a:rPr lang="en-US"/>
          <a:t>save</a:t>
        </a:r>
      </a:p>
    </p188:txBody>
  </p188:cm>
  <p188:cm id="{7C930A7A-93FD-47E4-AADF-3913A392FE8B}" authorId="{96A662F1-43D7-5425-48BE-80B3995C2F36}" created="2026-09-23T00:46:17.93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1" creationId="{CC679A34-D070-F2F0-BC6D-3CA9DBE49B7C}"/>
    </ac:deMkLst>
    <p188:txBody>
      <a:bodyPr/>
      <a:lstStyle/>
      <a:p>
        <a:r>
          <a:rPr lang="en-US"/>
          <a:t>clone</a:t>
        </a:r>
      </a:p>
    </p188:txBody>
  </p188:cm>
  <p188:cm id="{88EC6633-A394-49A6-81FA-323B5F894DA9}" authorId="{96A662F1-43D7-5425-48BE-80B3995C2F36}" created="2026-09-23T00:46:30.4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7" creationId="{42D0C4AB-8681-2AFA-9A89-FF4FF537FC8D}"/>
    </ac:deMkLst>
    <p188:txBody>
      <a:bodyPr/>
      <a:lstStyle/>
      <a:p>
        <a:r>
          <a:rPr lang="en-US"/>
          <a:t>Close out</a:t>
        </a:r>
      </a:p>
    </p188:txBody>
  </p188:cm>
  <p188:cm id="{D0DC0DED-FAA2-4AB0-B63A-4DB2F22DCF6C}" authorId="{96A662F1-43D7-5425-48BE-80B3995C2F36}" created="2026-09-23T00:47:02.7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2" creationId="{EE154681-839F-4922-5A86-40DBE3E8EE9F}"/>
    </ac:deMkLst>
    <p188:txBody>
      <a:bodyPr/>
      <a:lstStyle/>
      <a:p>
        <a:r>
          <a:rPr lang="en-US"/>
          <a:t>Click to change</a:t>
        </a:r>
      </a:p>
    </p188:txBody>
  </p188:cm>
  <p188:cm id="{48E54592-3B4F-4AE2-AB24-3D3BF99BD3F5}" authorId="{96A662F1-43D7-5425-48BE-80B3995C2F36}" created="2026-09-23T00:47:13.2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4" creationId="{7B23E843-3DC1-A74A-4008-4D8AB6A5B856}"/>
    </ac:deMkLst>
    <p188:txBody>
      <a:bodyPr/>
      <a:lstStyle/>
      <a:p>
        <a:r>
          <a:rPr lang="en-US"/>
          <a:t>Click to change</a:t>
        </a:r>
      </a:p>
    </p188:txBody>
  </p188:cm>
  <p188:cm id="{B8D212AC-54CA-4DA3-BBD2-DE9AB0062B14}" authorId="{96A662F1-43D7-5425-48BE-80B3995C2F36}" created="2026-09-23T00:47:22.1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0" creationId="{93F930DD-2271-A06B-32F7-2A41C9DCE666}"/>
    </ac:deMkLst>
    <p188:txBody>
      <a:bodyPr/>
      <a:lstStyle/>
      <a:p>
        <a:r>
          <a:rPr lang="en-US"/>
          <a:t>Click to change</a:t>
        </a:r>
      </a:p>
    </p188:txBody>
  </p188:cm>
  <p188:cm id="{06404FE9-8B09-4C30-834D-B00CB449B84F}" authorId="{96A662F1-43D7-5425-48BE-80B3995C2F36}" created="2026-09-23T00:47:35.3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45" creationId="{86F04D8C-CD91-87DF-AE27-4F5B55B2B032}"/>
    </ac:deMkLst>
    <p188:txBody>
      <a:bodyPr/>
      <a:lstStyle/>
      <a:p>
        <a:r>
          <a:rPr lang="en-US"/>
          <a:t>Click to change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8553-0BF2-9D76-911C-BA77B22CF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91AFB-85F4-D697-79BC-36DF6DD6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BC432-5159-3203-3D67-FBEF0E2BE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A0A55-7B47-50E9-DE06-93DB1126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F1179-A24A-8E2C-E0B7-3B5C71D57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89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083-D6A2-1F35-69CC-63A4A77E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73770"/>
            <a:ext cx="11046802" cy="412384"/>
          </a:xfrm>
        </p:spPr>
        <p:txBody>
          <a:bodyPr/>
          <a:lstStyle>
            <a:lvl1pPr>
              <a:defRPr sz="2800">
                <a:latin typeface="CaskaydiaCove Nerd Font" panose="020B0509020204030204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A166-366D-93DF-C353-576B2C0E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744415"/>
            <a:ext cx="11682046" cy="5673970"/>
          </a:xfrm>
        </p:spPr>
        <p:txBody>
          <a:bodyPr/>
          <a:lstStyle>
            <a:lvl1pPr>
              <a:defRPr>
                <a:latin typeface="CaskaydiaCove Nerd Font" panose="020B0509020204030204" pitchFamily="49" charset="0"/>
              </a:defRPr>
            </a:lvl1pPr>
            <a:lvl2pPr>
              <a:defRPr>
                <a:latin typeface="CaskaydiaCove Nerd Font" panose="020B0509020204030204" pitchFamily="49" charset="0"/>
              </a:defRPr>
            </a:lvl2pPr>
            <a:lvl3pPr>
              <a:defRPr>
                <a:latin typeface="CaskaydiaCove Nerd Font" panose="020B0509020204030204" pitchFamily="49" charset="0"/>
              </a:defRPr>
            </a:lvl3pPr>
            <a:lvl4pPr>
              <a:defRPr>
                <a:latin typeface="CaskaydiaCove Nerd Font" panose="020B0509020204030204" pitchFamily="49" charset="0"/>
              </a:defRPr>
            </a:lvl4pPr>
            <a:lvl5pPr>
              <a:defRPr>
                <a:latin typeface="CaskaydiaCove Nerd Font" panose="020B05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2B65F-5C2C-F97E-9EEE-0810C9AC6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3077" y="6492874"/>
            <a:ext cx="1066800" cy="228600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9/22/2026</a:t>
            </a:fld>
            <a:endParaRPr lang="en-US" sz="8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D685-8FAC-5331-DA11-78311C4D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723" y="6492874"/>
            <a:ext cx="8493369" cy="228598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C0F01-6115-A57F-8635-0B5D04B8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45969" y="6492874"/>
            <a:ext cx="1729154" cy="228599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70272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5A83-7A78-6CD8-A835-008C51A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43BAF-E376-9CCD-0600-8587E4301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13BF-F915-E584-401F-D8B1B0CC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50A85-8BE0-70E5-0D45-5B30C49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A66-7D63-4335-81E5-936A055F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C0F6-4BA6-F1DD-F270-B6F6F1D0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A9C94-B733-E20C-3860-2EB8F4EE0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260" y="791308"/>
            <a:ext cx="5861540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EDB59-309E-B243-DD19-10F8E2853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91308"/>
            <a:ext cx="5779475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A0F5E-2A95-9AC8-2424-808AE1817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E3F24-45D9-EDFA-1DB8-AB1F8DA33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73E7A-0CA1-5E8D-F1B4-1ABCD09C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0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1111-7238-BB52-25A4-3637D725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90988"/>
            <a:ext cx="11195539" cy="40273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8BDE-313F-1C04-2D50-44E50C4C0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2" y="668337"/>
            <a:ext cx="583931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F5FDD-09BD-F588-551D-AA2929961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8262" y="1312986"/>
            <a:ext cx="5839314" cy="51171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D2C4-A1B1-B031-177A-76961ACA5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668337"/>
            <a:ext cx="577947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3A88E-4DE1-5A2B-36F0-75372445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1312986"/>
            <a:ext cx="5779475" cy="5117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C0D1F-7B4D-0CBB-34E7-A565718F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313618-291A-9D2D-DA69-FC388FD0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BAB9D-3CF2-D831-E800-D24C62C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0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C1A2-1CAA-DEEB-2183-E89D8B73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35FEE-976D-4AA9-99B3-C4BC70EBC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7A8E03-A9B2-1237-2C0B-C4ECF653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A9178-A59F-A646-8692-29E3F13C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6041A-7A74-EBFE-E04E-8B468F41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75896F-1E80-01AC-B0DA-41413F832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B75D0-C6F5-DE86-826B-ACB4CC308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13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CAF13-1867-D0C2-55C5-88E74BB2C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0" y="189280"/>
            <a:ext cx="11793415" cy="508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92902-3528-4946-E768-BCE2CAD1A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1" y="816583"/>
            <a:ext cx="11793415" cy="5543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15-EB24-3B12-3240-C1134B92E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8261" y="6492875"/>
            <a:ext cx="145952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4A592-3ED0-C327-DAB1-EDEB97D2F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40877" y="6492875"/>
            <a:ext cx="858129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 sz="9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45E1-1A7D-7C58-CD07-A33621946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7322" y="6492875"/>
            <a:ext cx="1424353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E9420C-4455-3940-43B0-DF3FA843AC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82751" y="168044"/>
            <a:ext cx="468924" cy="52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microsoft.com/office/2018/10/relationships/comments" Target="../comments/modernComment_101_5A5B199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9E90-6B6B-51C9-BF00-F2C71CC4D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DA3D0-D92F-C072-02BC-EA10CEAA46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Item organizer</a:t>
            </a:r>
          </a:p>
        </p:txBody>
      </p:sp>
    </p:spTree>
    <p:extLst>
      <p:ext uri="{BB962C8B-B14F-4D97-AF65-F5344CB8AC3E}">
        <p14:creationId xmlns:p14="http://schemas.microsoft.com/office/powerpoint/2010/main" val="364135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45BAC5EA-C5DB-832B-2C9D-9A31F4F3E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880" y="2747327"/>
            <a:ext cx="255204" cy="30126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DD30D0D-24AB-5963-2C76-728D3E47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Item 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CDE46-D0A0-168E-5AE0-298C71D3A4FD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2B6D9-18A3-7796-8B77-0F8414B08C48}"/>
              </a:ext>
            </a:extLst>
          </p:cNvPr>
          <p:cNvSpPr/>
          <p:nvPr/>
        </p:nvSpPr>
        <p:spPr>
          <a:xfrm>
            <a:off x="754068" y="957358"/>
            <a:ext cx="81493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FDF0B-8834-0EB9-4081-1DEDAAD2153B}"/>
              </a:ext>
            </a:extLst>
          </p:cNvPr>
          <p:cNvSpPr/>
          <p:nvPr/>
        </p:nvSpPr>
        <p:spPr>
          <a:xfrm>
            <a:off x="1681515" y="957358"/>
            <a:ext cx="8617694" cy="3866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679A34-D070-F2F0-BC6D-3CA9DBE49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1800" y="931089"/>
            <a:ext cx="432873" cy="4128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E66252-205B-E7B5-D301-CF654EC821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7408" y="931089"/>
            <a:ext cx="446192" cy="4128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2D0C4AB-8681-2AFA-9A89-FF4FF537FC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2873" y="957727"/>
            <a:ext cx="352958" cy="386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F930DD-2271-A06B-32F7-2A41C9DCE6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217" y="1514210"/>
            <a:ext cx="312760" cy="3729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154681-839F-4922-5A86-40DBE3E8EE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914" y="1495103"/>
            <a:ext cx="376533" cy="476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3E843-3DC1-A74A-4008-4D8AB6A5B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76152" y="1526059"/>
            <a:ext cx="311287" cy="367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120546-5877-32DE-1189-A9F5F6A4B9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0781" y="2108986"/>
            <a:ext cx="311962" cy="3866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16910F-90AE-6951-E560-127F40377F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8527" y="2075454"/>
            <a:ext cx="312759" cy="4201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7965938-B259-23CE-1367-CB1523DD9E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4914" y="2108986"/>
            <a:ext cx="321274" cy="4389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ADF11E-85DD-534D-6D8B-12FA31C751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2108986"/>
            <a:ext cx="334286" cy="3866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75B451-48CF-F4A1-491D-755E2BD665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895" y="915432"/>
            <a:ext cx="415544" cy="43821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0930C769-2930-5607-0B03-58069C93CAB8}"/>
              </a:ext>
            </a:extLst>
          </p:cNvPr>
          <p:cNvSpPr/>
          <p:nvPr/>
        </p:nvSpPr>
        <p:spPr>
          <a:xfrm>
            <a:off x="754068" y="1540004"/>
            <a:ext cx="42843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My Organization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2077CC-8F5F-2138-B763-B265B30DCEE7}"/>
              </a:ext>
            </a:extLst>
          </p:cNvPr>
          <p:cNvSpPr/>
          <p:nvPr/>
        </p:nvSpPr>
        <p:spPr>
          <a:xfrm>
            <a:off x="5511953" y="1540004"/>
            <a:ext cx="225249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C09FADE-701D-4EA1-067F-63125E18C0B2}"/>
              </a:ext>
            </a:extLst>
          </p:cNvPr>
          <p:cNvSpPr/>
          <p:nvPr/>
        </p:nvSpPr>
        <p:spPr>
          <a:xfrm>
            <a:off x="8280491" y="1533322"/>
            <a:ext cx="195867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triaged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D3D097-A310-1EFB-803B-CC9859D1DFCA}"/>
              </a:ext>
            </a:extLst>
          </p:cNvPr>
          <p:cNvSpPr/>
          <p:nvPr/>
        </p:nvSpPr>
        <p:spPr>
          <a:xfrm>
            <a:off x="754067" y="2108986"/>
            <a:ext cx="298392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bob@bob.org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66ECFB-2B7B-D087-6FB6-1A68F7001991}"/>
              </a:ext>
            </a:extLst>
          </p:cNvPr>
          <p:cNvSpPr/>
          <p:nvPr/>
        </p:nvSpPr>
        <p:spPr>
          <a:xfrm>
            <a:off x="4150149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 14:35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210131B-E76E-C234-EE22-25A2CCF2F292}"/>
              </a:ext>
            </a:extLst>
          </p:cNvPr>
          <p:cNvSpPr/>
          <p:nvPr/>
        </p:nvSpPr>
        <p:spPr>
          <a:xfrm>
            <a:off x="6461051" y="2108986"/>
            <a:ext cx="326945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618474-1B88-7C7E-6A20-D3A644E1D52F}"/>
              </a:ext>
            </a:extLst>
          </p:cNvPr>
          <p:cNvSpPr/>
          <p:nvPr/>
        </p:nvSpPr>
        <p:spPr>
          <a:xfrm>
            <a:off x="10239166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 09:00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0194BCF5-D9D4-5BC6-787F-9FAE56257453}"/>
              </a:ext>
            </a:extLst>
          </p:cNvPr>
          <p:cNvSpPr/>
          <p:nvPr/>
        </p:nvSpPr>
        <p:spPr>
          <a:xfrm>
            <a:off x="5827535" y="2217148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F04D8C-CD91-87DF-AE27-4F5B55B2B032}"/>
              </a:ext>
            </a:extLst>
          </p:cNvPr>
          <p:cNvSpPr/>
          <p:nvPr/>
        </p:nvSpPr>
        <p:spPr>
          <a:xfrm>
            <a:off x="10324571" y="1533322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6850F55-88C4-B895-AB9E-F64B34CEB56D}"/>
              </a:ext>
            </a:extLst>
          </p:cNvPr>
          <p:cNvSpPr/>
          <p:nvPr/>
        </p:nvSpPr>
        <p:spPr>
          <a:xfrm>
            <a:off x="10840617" y="1540004"/>
            <a:ext cx="985214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123456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F1CF94-328F-0032-63AE-F45DE69F822C}"/>
              </a:ext>
            </a:extLst>
          </p:cNvPr>
          <p:cNvGrpSpPr/>
          <p:nvPr/>
        </p:nvGrpSpPr>
        <p:grpSpPr>
          <a:xfrm>
            <a:off x="754066" y="2681831"/>
            <a:ext cx="11090175" cy="1461787"/>
            <a:chOff x="344914" y="2681831"/>
            <a:chExt cx="11499328" cy="2486875"/>
          </a:xfrm>
          <a:solidFill>
            <a:srgbClr val="FFFFFF">
              <a:alpha val="80000"/>
            </a:srgbClr>
          </a:solidFill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7865A80-9787-7D68-6EC8-510174008E69}"/>
                </a:ext>
              </a:extLst>
            </p:cNvPr>
            <p:cNvSpPr/>
            <p:nvPr/>
          </p:nvSpPr>
          <p:spPr>
            <a:xfrm>
              <a:off x="344914" y="2681831"/>
              <a:ext cx="11498742" cy="24868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err="1">
                  <a:solidFill>
                    <a:schemeClr val="tx1"/>
                  </a:solidFill>
                </a:rPr>
                <a:t>Abcdefg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ED0E4FA-31B5-5073-8AA1-D79908094BA6}"/>
                </a:ext>
              </a:extLst>
            </p:cNvPr>
            <p:cNvSpPr/>
            <p:nvPr/>
          </p:nvSpPr>
          <p:spPr>
            <a:xfrm>
              <a:off x="11623314" y="2681831"/>
              <a:ext cx="202518" cy="24868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88D44E1-9594-D82C-64D3-E8D089C5990C}"/>
                </a:ext>
              </a:extLst>
            </p:cNvPr>
            <p:cNvSpPr/>
            <p:nvPr/>
          </p:nvSpPr>
          <p:spPr>
            <a:xfrm>
              <a:off x="11623313" y="2950104"/>
              <a:ext cx="220929" cy="300709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BDB82D3A-2C7B-8A2B-6012-933DDB223F22}"/>
                </a:ext>
              </a:extLst>
            </p:cNvPr>
            <p:cNvSpPr/>
            <p:nvPr/>
          </p:nvSpPr>
          <p:spPr>
            <a:xfrm>
              <a:off x="11620575" y="2694163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BA9E7074-B338-E1E7-070F-983D59EFE9EC}"/>
                </a:ext>
              </a:extLst>
            </p:cNvPr>
            <p:cNvSpPr/>
            <p:nvPr/>
          </p:nvSpPr>
          <p:spPr>
            <a:xfrm flipV="1">
              <a:off x="11615930" y="4990519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D8214507-57D7-E851-5697-B5753A22BD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914" y="4242867"/>
            <a:ext cx="255204" cy="4122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D585C2E-E144-6789-E9E8-FE00183AA1E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0107" y="6152082"/>
            <a:ext cx="204816" cy="42868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343FB4C-8DCD-7B66-4EC8-CAEC1B2FBFE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0480" y="4699974"/>
            <a:ext cx="224071" cy="39354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84756D0-4259-7191-1CFB-62C9A1842F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7776" y="5168778"/>
            <a:ext cx="132242" cy="41229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29DB9B5-EF36-E2BD-60DD-095134EC312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CAEEFB">
              <a:alpha val="40000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F63637D3-D95C-C1AE-1B7F-26DA55B73F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8273" y="5656333"/>
            <a:ext cx="373770" cy="42049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1106F7C-51C1-E253-EF03-040518FEEB4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5272" y="3139832"/>
            <a:ext cx="368790" cy="37493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733A074-1291-BDF2-32EF-995FE4336EF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6167" y="3619955"/>
            <a:ext cx="340021" cy="27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4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29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CaskaydiaCove Nerd Font</vt:lpstr>
      <vt:lpstr>Roboto</vt:lpstr>
      <vt:lpstr>Tahoma</vt:lpstr>
      <vt:lpstr>Office Theme</vt:lpstr>
      <vt:lpstr>UI Design</vt:lpstr>
      <vt:lpstr>Item 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Williams</dc:creator>
  <cp:lastModifiedBy>Stuart Williams</cp:lastModifiedBy>
  <cp:revision>13</cp:revision>
  <dcterms:created xsi:type="dcterms:W3CDTF">2026-09-22T22:41:33Z</dcterms:created>
  <dcterms:modified xsi:type="dcterms:W3CDTF">2026-09-23T00:47:37Z</dcterms:modified>
</cp:coreProperties>
</file>