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1_5A5B199.xml" ContentType="application/vnd.ms-powerpoint.comments+xml"/>
  <Override PartName="/ppt/comments/modernComment_102_1B06F9B7.xml" ContentType="application/vnd.ms-powerpoint.comments+xml"/>
  <Override PartName="/ppt/notesSlides/notesSlide2.xml" ContentType="application/vnd.openxmlformats-officedocument.presentationml.notesSlide+xml"/>
  <Override PartName="/ppt/comments/modernComment_105_C3D2D87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9" r:id="rId3"/>
    <p:sldId id="284" r:id="rId4"/>
    <p:sldId id="269" r:id="rId5"/>
    <p:sldId id="290" r:id="rId6"/>
    <p:sldId id="257" r:id="rId7"/>
    <p:sldId id="258" r:id="rId8"/>
    <p:sldId id="291" r:id="rId9"/>
    <p:sldId id="289" r:id="rId10"/>
    <p:sldId id="272" r:id="rId11"/>
    <p:sldId id="271" r:id="rId12"/>
    <p:sldId id="273" r:id="rId13"/>
    <p:sldId id="274" r:id="rId14"/>
    <p:sldId id="275" r:id="rId15"/>
    <p:sldId id="288" r:id="rId16"/>
    <p:sldId id="279" r:id="rId17"/>
    <p:sldId id="270" r:id="rId18"/>
    <p:sldId id="282" r:id="rId19"/>
    <p:sldId id="276" r:id="rId20"/>
    <p:sldId id="280" r:id="rId21"/>
    <p:sldId id="285" r:id="rId22"/>
    <p:sldId id="268" r:id="rId23"/>
    <p:sldId id="265" r:id="rId24"/>
    <p:sldId id="266" r:id="rId25"/>
    <p:sldId id="278" r:id="rId26"/>
    <p:sldId id="261" r:id="rId27"/>
    <p:sldId id="262" r:id="rId28"/>
    <p:sldId id="267" r:id="rId29"/>
    <p:sldId id="287" r:id="rId30"/>
    <p:sldId id="281" r:id="rId31"/>
    <p:sldId id="283" r:id="rId32"/>
    <p:sldId id="263" r:id="rId33"/>
    <p:sldId id="264" r:id="rId34"/>
    <p:sldId id="260" r:id="rId35"/>
    <p:sldId id="28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4" orient="horz" pos="4320" userDrawn="1">
          <p15:clr>
            <a:srgbClr val="A4A3A4"/>
          </p15:clr>
        </p15:guide>
        <p15:guide id="5" orient="horz" pos="13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A662F1-43D7-5425-48BE-80B3995C2F36}" name="Stuart Williams" initials="SW" userId="26fd219e5dd9afa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777777"/>
    <a:srgbClr val="AAAAAA"/>
    <a:srgbClr val="BBBBBB"/>
    <a:srgbClr val="FFFFCC"/>
    <a:srgbClr val="CAEEF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pos="3840"/>
        <p:guide orient="horz" pos="4320"/>
        <p:guide orient="horz" pos="13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omments/modernComment_101_5A5B1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D7ACF1F-6E55-4D38-9010-9758AE896126}" authorId="{96A662F1-43D7-5425-48BE-80B3995C2F36}" created="2026-09-22T23:17:56.9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spMk id="6" creationId="{BA72B6D9-18A3-7796-8B77-0F8414B08C48}"/>
    </ac:deMkLst>
    <p188:txBody>
      <a:bodyPr/>
      <a:lstStyle/>
      <a:p>
        <a:r>
          <a:rPr lang="en-US"/>
          <a:t>Click to copy ID</a:t>
        </a:r>
      </a:p>
    </p188:txBody>
  </p188:cm>
  <p188:cm id="{FB4C1C22-6EC7-4ECA-A4BA-D1814A4D54A9}" authorId="{96A662F1-43D7-5425-48BE-80B3995C2F36}" created="2026-09-23T00:45:39.0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34" creationId="{3875B451-48CF-F4A1-491D-755E2BD66535}"/>
    </ac:deMkLst>
    <p188:txBody>
      <a:bodyPr/>
      <a:lstStyle/>
      <a:p>
        <a:r>
          <a:rPr lang="en-US"/>
          <a:t>Click to copy id</a:t>
        </a:r>
      </a:p>
    </p188:txBody>
  </p188:cm>
  <p188:cm id="{00964485-18E6-404D-ACBA-2C28427DDF64}" authorId="{96A662F1-43D7-5425-48BE-80B3995C2F36}" created="2026-09-23T00:45:57.9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grpSpMk id="54" creationId="{53F1CF94-328F-0032-63AE-F45DE69F822C}"/>
    </ac:deMkLst>
    <p188:txBody>
      <a:bodyPr/>
      <a:lstStyle/>
      <a:p>
        <a:r>
          <a:rPr lang="en-US"/>
          <a:t>Editable w. markdown</a:t>
        </a:r>
      </a:p>
    </p188:txBody>
  </p188:cm>
  <p188:cm id="{EEE5996F-B751-4870-A895-798E3D31633D}" authorId="{96A662F1-43D7-5425-48BE-80B3995C2F36}" created="2026-09-23T00:46:11.2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15" creationId="{12E66252-205B-E7B5-D301-CF654EC821CE}"/>
    </ac:deMkLst>
    <p188:txBody>
      <a:bodyPr/>
      <a:lstStyle/>
      <a:p>
        <a:r>
          <a:rPr lang="en-US"/>
          <a:t>save</a:t>
        </a:r>
      </a:p>
    </p188:txBody>
  </p188:cm>
  <p188:cm id="{7C930A7A-93FD-47E4-AADF-3913A392FE8B}" authorId="{96A662F1-43D7-5425-48BE-80B3995C2F36}" created="2026-09-23T00:46:17.93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11" creationId="{CC679A34-D070-F2F0-BC6D-3CA9DBE49B7C}"/>
    </ac:deMkLst>
    <p188:txBody>
      <a:bodyPr/>
      <a:lstStyle/>
      <a:p>
        <a:r>
          <a:rPr lang="en-US"/>
          <a:t>clone</a:t>
        </a:r>
      </a:p>
    </p188:txBody>
  </p188:cm>
  <p188:cm id="{88EC6633-A394-49A6-81FA-323B5F894DA9}" authorId="{96A662F1-43D7-5425-48BE-80B3995C2F36}" created="2026-09-23T00:46:30.42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17" creationId="{42D0C4AB-8681-2AFA-9A89-FF4FF537FC8D}"/>
    </ac:deMkLst>
    <p188:txBody>
      <a:bodyPr/>
      <a:lstStyle/>
      <a:p>
        <a:r>
          <a:rPr lang="en-US"/>
          <a:t>Close out</a:t>
        </a:r>
      </a:p>
    </p188:txBody>
  </p188:cm>
  <p188:cm id="{D0DC0DED-FAA2-4AB0-B63A-4DB2F22DCF6C}" authorId="{96A662F1-43D7-5425-48BE-80B3995C2F36}" created="2026-09-23T00:47:02.7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22" creationId="{EE154681-839F-4922-5A86-40DBE3E8EE9F}"/>
    </ac:deMkLst>
    <p188:txBody>
      <a:bodyPr/>
      <a:lstStyle/>
      <a:p>
        <a:r>
          <a:rPr lang="en-US"/>
          <a:t>Click to change</a:t>
        </a:r>
      </a:p>
    </p188:txBody>
  </p188:cm>
  <p188:cm id="{48E54592-3B4F-4AE2-AB24-3D3BF99BD3F5}" authorId="{96A662F1-43D7-5425-48BE-80B3995C2F36}" created="2026-09-23T00:47:13.2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24" creationId="{7B23E843-3DC1-A74A-4008-4D8AB6A5B856}"/>
    </ac:deMkLst>
    <p188:txBody>
      <a:bodyPr/>
      <a:lstStyle/>
      <a:p>
        <a:r>
          <a:rPr lang="en-US"/>
          <a:t>Click to change</a:t>
        </a:r>
      </a:p>
    </p188:txBody>
  </p188:cm>
  <p188:cm id="{B8D212AC-54CA-4DA3-BBD2-DE9AB0062B14}" authorId="{96A662F1-43D7-5425-48BE-80B3995C2F36}" created="2026-09-23T00:47:22.1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20" creationId="{93F930DD-2271-A06B-32F7-2A41C9DCE666}"/>
    </ac:deMkLst>
    <p188:txBody>
      <a:bodyPr/>
      <a:lstStyle/>
      <a:p>
        <a:r>
          <a:rPr lang="en-US"/>
          <a:t>Click to change</a:t>
        </a:r>
      </a:p>
    </p188:txBody>
  </p188:cm>
  <p188:cm id="{06404FE9-8B09-4C30-834D-B00CB449B84F}" authorId="{96A662F1-43D7-5425-48BE-80B3995C2F36}" created="2026-09-23T00:47:35.3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spMk id="45" creationId="{86F04D8C-CD91-87DF-AE27-4F5B55B2B032}"/>
    </ac:deMkLst>
    <p188:txBody>
      <a:bodyPr/>
      <a:lstStyle/>
      <a:p>
        <a:r>
          <a:rPr lang="en-US"/>
          <a:t>Click to change</a:t>
        </a:r>
      </a:p>
    </p188:txBody>
  </p188:cm>
  <p188:cm id="{345BA247-EBDC-44A2-86FA-1BB9B3D5D429}" authorId="{96A662F1-43D7-5425-48BE-80B3995C2F36}" created="2026-09-23T22:51:40.72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56" creationId="{D8214507-57D7-E851-5697-B5753A22BDAB}"/>
    </ac:deMkLst>
    <p188:txBody>
      <a:bodyPr/>
      <a:lstStyle/>
      <a:p>
        <a:r>
          <a:rPr lang="en-US"/>
          <a:t>Tags</a:t>
        </a:r>
      </a:p>
    </p188:txBody>
  </p188:cm>
  <p188:cm id="{C5DC4D6D-A1B3-4F4D-AEC8-51C829365600}" authorId="{96A662F1-43D7-5425-48BE-80B3995C2F36}" created="2026-09-23T22:52:10.40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60" creationId="{0343FB4C-8DCD-7B66-4EC8-CAEC1B2FBFEA}"/>
    </ac:deMkLst>
    <p188:txBody>
      <a:bodyPr/>
      <a:lstStyle/>
      <a:p>
        <a:r>
          <a:rPr lang="en-US"/>
          <a:t>history</a:t>
        </a:r>
      </a:p>
    </p188:txBody>
  </p188:cm>
  <p188:cm id="{1AF42128-C1B0-4F73-8BF2-3EB92E1A3CE0}" authorId="{96A662F1-43D7-5425-48BE-80B3995C2F36}" created="2026-09-23T22:52:26.22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62" creationId="{484756D0-4259-7191-1CFB-62C9A1842FA1}"/>
    </ac:deMkLst>
    <p188:txBody>
      <a:bodyPr/>
      <a:lstStyle/>
      <a:p>
        <a:r>
          <a:rPr lang="en-US"/>
          <a:t>attachments</a:t>
        </a:r>
      </a:p>
    </p188:txBody>
  </p188:cm>
  <p188:cm id="{41500188-0752-417D-99B5-600952A06D23}" authorId="{96A662F1-43D7-5425-48BE-80B3995C2F36}" created="2026-09-23T22:52:38.1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69" creationId="{F63637D3-D95C-C1AE-1B7F-26DA55B73F78}"/>
    </ac:deMkLst>
    <p188:txBody>
      <a:bodyPr/>
      <a:lstStyle/>
      <a:p>
        <a:r>
          <a:rPr lang="en-US"/>
          <a:t>relations</a:t>
        </a:r>
      </a:p>
    </p188:txBody>
  </p188:cm>
  <p188:cm id="{5BC52C6C-6EFA-4A73-9BD9-A66F382F1C41}" authorId="{96A662F1-43D7-5425-48BE-80B3995C2F36}" created="2026-09-23T22:52:51.2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4744985" sldId="257"/>
      <ac:picMk id="58" creationId="{9D585C2E-E144-6789-E9E8-FE00183AA1E9}"/>
    </ac:deMkLst>
    <p188:txBody>
      <a:bodyPr/>
      <a:lstStyle/>
      <a:p>
        <a:r>
          <a:rPr lang="en-US"/>
          <a:t>Name/values</a:t>
        </a:r>
      </a:p>
    </p188:txBody>
  </p188:cm>
</p188:cmLst>
</file>

<file path=ppt/comments/modernComment_102_1B06F9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86F20D-6CF6-4BC2-8308-DD2FB71696CB}" authorId="{96A662F1-43D7-5425-48BE-80B3995C2F36}" created="2026-09-23T23:10:34.9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picMk id="30" creationId="{51899F02-EC19-E69D-6C1E-E04262717C4A}"/>
    </ac:deMkLst>
    <p188:txBody>
      <a:bodyPr/>
      <a:lstStyle/>
      <a:p>
        <a:r>
          <a:rPr lang="en-US"/>
          <a:t>today</a:t>
        </a:r>
      </a:p>
    </p188:txBody>
  </p188:cm>
  <p188:cm id="{6F29B80D-9211-4385-8CBA-03FAD2342F8A}" authorId="{96A662F1-43D7-5425-48BE-80B3995C2F36}" created="2026-09-23T23:10:51.4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picMk id="10" creationId="{052B4288-5375-4E07-82F8-1B37FFBA7162}"/>
    </ac:deMkLst>
    <p188:txBody>
      <a:bodyPr/>
      <a:lstStyle/>
      <a:p>
        <a:r>
          <a:rPr lang="en-US"/>
          <a:t>Pick me</a:t>
        </a:r>
      </a:p>
    </p188:txBody>
  </p188:cm>
  <p188:cm id="{2D2A151A-06BC-452F-AEDA-5DD868429866}" authorId="{96A662F1-43D7-5425-48BE-80B3995C2F36}" created="2026-09-23T23:11:09.5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spMk id="12" creationId="{5773237C-E74B-010D-48D2-B95D0997E078}"/>
    </ac:deMkLst>
    <p188:txBody>
      <a:bodyPr/>
      <a:lstStyle/>
      <a:p>
        <a:r>
          <a:rPr lang="en-US"/>
          <a:t>Click to search</a:t>
        </a:r>
      </a:p>
    </p188:txBody>
  </p188:cm>
  <p188:cm id="{A5BC378F-D294-438E-8D51-A2EEE74A4225}" authorId="{96A662F1-43D7-5425-48BE-80B3995C2F36}" created="2026-09-23T23:11:22.6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spMk id="23" creationId="{7D4D8830-C9F5-BF5C-7976-A7FA6ED6F94C}"/>
    </ac:deMkLst>
    <p188:txBody>
      <a:bodyPr/>
      <a:lstStyle/>
      <a:p>
        <a:r>
          <a:rPr lang="en-US"/>
          <a:t>Click to pick</a:t>
        </a:r>
      </a:p>
    </p188:txBody>
  </p188:cm>
  <p188:cm id="{90288B1F-9B92-4E3E-A400-21B797942614}" authorId="{96A662F1-43D7-5425-48BE-80B3995C2F36}" created="2026-09-23T23:11:30.3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spMk id="25" creationId="{979F6272-CA3B-128F-24AE-EC3D95BA5BDB}"/>
    </ac:deMkLst>
    <p188:txBody>
      <a:bodyPr/>
      <a:lstStyle/>
      <a:p>
        <a:r>
          <a:rPr lang="en-US"/>
          <a:t>Click to search</a:t>
        </a:r>
      </a:p>
    </p188:txBody>
  </p188:cm>
  <p188:cm id="{549F0A3E-5884-466A-8EA2-9A73E62273BD}" authorId="{96A662F1-43D7-5425-48BE-80B3995C2F36}" created="2026-09-23T23:11:45.44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picMk id="8" creationId="{20159778-290C-5603-146F-9416C873D087}"/>
    </ac:deMkLst>
    <p188:txBody>
      <a:bodyPr/>
      <a:lstStyle/>
      <a:p>
        <a:r>
          <a:rPr lang="en-US"/>
          <a:t>Pick assigned to</a:t>
        </a:r>
      </a:p>
    </p188:txBody>
  </p188:cm>
  <p188:cm id="{373F922A-D01D-473A-ADB0-9A7FB6E5CE6F}" authorId="{96A662F1-43D7-5425-48BE-80B3995C2F36}" created="2026-09-23T23:12:02.33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picMk id="14" creationId="{88E64BAA-5BB4-51C5-57B0-30AA5271810A}"/>
    </ac:deMkLst>
    <p188:txBody>
      <a:bodyPr/>
      <a:lstStyle/>
      <a:p>
        <a:r>
          <a:rPr lang="en-US"/>
          <a:t>Pick created by</a:t>
        </a:r>
      </a:p>
    </p188:txBody>
  </p188:cm>
  <p188:cm id="{5D4B5109-85C7-4DC7-9D74-A5ABEE42925C}" authorId="{96A662F1-43D7-5425-48BE-80B3995C2F36}" created="2026-09-23T23:12:59.88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picMk id="18" creationId="{8CA45586-3C45-D242-6E69-8EF5E1F43241}"/>
    </ac:deMkLst>
    <p188:txBody>
      <a:bodyPr/>
      <a:lstStyle/>
      <a:p>
        <a:r>
          <a:rPr lang="en-US"/>
          <a:t>Created_on</a:t>
        </a:r>
      </a:p>
    </p188:txBody>
  </p188:cm>
  <p188:cm id="{D409C0D5-6EFC-4703-9734-24E6DD01314B}" authorId="{96A662F1-43D7-5425-48BE-80B3995C2F36}" created="2026-09-23T23:13:13.86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picMk id="20" creationId="{4C5F2C9A-D37E-06E7-E133-0CD4F353E428}"/>
    </ac:deMkLst>
    <p188:txBody>
      <a:bodyPr/>
      <a:lstStyle/>
      <a:p>
        <a:r>
          <a:rPr lang="en-US"/>
          <a:t>Last updated</a:t>
        </a:r>
      </a:p>
    </p188:txBody>
  </p188:cm>
  <p188:cm id="{8FBCAEDB-8003-4D8D-9985-063720554A5B}" authorId="{96A662F1-43D7-5425-48BE-80B3995C2F36}" created="2026-09-24T00:20:09.9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picMk id="103" creationId="{733D78E7-6B62-BEFC-2F82-3E008C48999F}"/>
    </ac:deMkLst>
    <p188:txBody>
      <a:bodyPr/>
      <a:lstStyle/>
      <a:p>
        <a:r>
          <a:rPr lang="en-US"/>
          <a:t>Column picker</a:t>
        </a:r>
      </a:p>
    </p188:txBody>
  </p188:cm>
  <p188:cm id="{0EE847FF-2CBF-4A38-BFFD-4C6E2CDD8962}" authorId="{96A662F1-43D7-5425-48BE-80B3995C2F36}" created="2026-09-24T00:20:21.1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grpSpMk id="99" creationId="{0900655B-73BB-9CF7-A011-703940D16702}"/>
    </ac:deMkLst>
    <p188:txBody>
      <a:bodyPr/>
      <a:lstStyle/>
      <a:p>
        <a:r>
          <a:rPr lang="en-US"/>
          <a:t>Download as...</a:t>
        </a:r>
      </a:p>
    </p188:txBody>
  </p188:cm>
  <p188:cm id="{3D17FF7F-5170-4B76-8549-623D16046335}" authorId="{96A662F1-43D7-5425-48BE-80B3995C2F36}" created="2026-09-24T00:20:31.58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grpSpMk id="98" creationId="{F00B784A-EF09-7A10-9F09-C3553C95AFBA}"/>
    </ac:deMkLst>
    <p188:txBody>
      <a:bodyPr/>
      <a:lstStyle/>
      <a:p>
        <a:r>
          <a:rPr lang="en-US"/>
          <a:t>search</a:t>
        </a:r>
      </a:p>
    </p188:txBody>
  </p188:cm>
  <p188:cm id="{308040B0-3259-4B55-9DFA-75C834E3E36B}" authorId="{96A662F1-43D7-5425-48BE-80B3995C2F36}" created="2026-09-24T00:21:00.53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picMk id="62" creationId="{6711892E-C30A-07DE-AB70-721DF2443DA7}"/>
    </ac:deMkLst>
    <p188:txBody>
      <a:bodyPr/>
      <a:lstStyle/>
      <a:p>
        <a:r>
          <a:rPr lang="en-US"/>
          <a:t>Any/None</a:t>
        </a:r>
      </a:p>
    </p188:txBody>
  </p188:cm>
  <p188:cm id="{B819F66E-F2C4-4344-9A60-9F0832F6738E}" authorId="{96A662F1-43D7-5425-48BE-80B3995C2F36}" created="2026-09-24T00:21:16.44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picMk id="56" creationId="{853F9523-0507-1A16-304E-E3658C185E28}"/>
    </ac:deMkLst>
    <p188:txBody>
      <a:bodyPr/>
      <a:lstStyle/>
      <a:p>
        <a:r>
          <a:rPr lang="en-US"/>
          <a:t>Sort/none</a:t>
        </a:r>
      </a:p>
    </p188:txBody>
  </p188:cm>
  <p188:cm id="{AE382256-8B22-469F-9F94-8B055F510474}" authorId="{96A662F1-43D7-5425-48BE-80B3995C2F36}" created="2026-09-24T00:21:25.5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picMk id="60" creationId="{A12F5074-E2CE-50C5-7F2D-A9F03BB619D3}"/>
    </ac:deMkLst>
    <p188:txBody>
      <a:bodyPr/>
      <a:lstStyle/>
      <a:p>
        <a:r>
          <a:rPr lang="en-US"/>
          <a:t>Sort ASC</a:t>
        </a:r>
      </a:p>
    </p188:txBody>
  </p188:cm>
  <p188:cm id="{F4875A29-8A06-4401-A95C-A2B06159C168}" authorId="{96A662F1-43D7-5425-48BE-80B3995C2F36}" created="2026-09-24T00:21:34.6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53441975" sldId="258"/>
      <ac:picMk id="71" creationId="{321D5B3B-4C2E-83D4-6271-8D6CA886A5DB}"/>
    </ac:deMkLst>
    <p188:txBody>
      <a:bodyPr/>
      <a:lstStyle/>
      <a:p>
        <a:r>
          <a:rPr lang="en-US"/>
          <a:t>Sort desc</a:t>
        </a:r>
      </a:p>
    </p188:txBody>
  </p188:cm>
</p188:cmLst>
</file>

<file path=ppt/comments/modernComment_105_C3D2D8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0CD666-1943-4698-BBE0-3D8CF8AF070D}" authorId="{96A662F1-43D7-5425-48BE-80B3995C2F36}" created="2026-09-24T02:20:40.0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85375089" sldId="261"/>
      <ac:picMk id="9" creationId="{465E9DC0-7902-9502-7BC0-01CF47EBC018}"/>
    </ac:deMkLst>
    <p188:txBody>
      <a:bodyPr/>
      <a:lstStyle/>
      <a:p>
        <a:r>
          <a:rPr lang="en-US"/>
          <a:t>Pick this org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BAFFC-2069-45AF-BA0A-0818E8870C4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B32C-CE91-489F-AE52-446B2C4B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8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2B32C-CE91-489F-AE52-446B2C4B8B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82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2B32C-CE91-489F-AE52-446B2C4B8BE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52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8553-0BF2-9D76-911C-BA77B22CF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91AFB-85F4-D697-79BC-36DF6DD6E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BC432-5159-3203-3D67-FBEF0E2B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14FA-9D6C-44FC-A2BA-8A59CF3675A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A0A55-7B47-50E9-DE06-93DB1126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F1179-A24A-8E2C-E0B7-3B5C71D57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89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5083-D6A2-1F35-69CC-63A4A77E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77" y="173770"/>
            <a:ext cx="11046802" cy="412384"/>
          </a:xfrm>
        </p:spPr>
        <p:txBody>
          <a:bodyPr/>
          <a:lstStyle>
            <a:lvl1pPr>
              <a:defRPr sz="2800">
                <a:latin typeface="CaskaydiaCove Nerd Font" panose="020B05090202040302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1A166-366D-93DF-C353-576B2C0EF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077" y="744415"/>
            <a:ext cx="11682046" cy="5673970"/>
          </a:xfrm>
        </p:spPr>
        <p:txBody>
          <a:bodyPr/>
          <a:lstStyle>
            <a:lvl1pPr>
              <a:defRPr>
                <a:latin typeface="CaskaydiaCove Nerd Font" panose="020B0509020204030204" pitchFamily="49" charset="0"/>
              </a:defRPr>
            </a:lvl1pPr>
            <a:lvl2pPr>
              <a:defRPr>
                <a:latin typeface="CaskaydiaCove Nerd Font" panose="020B0509020204030204" pitchFamily="49" charset="0"/>
              </a:defRPr>
            </a:lvl2pPr>
            <a:lvl3pPr>
              <a:defRPr>
                <a:latin typeface="CaskaydiaCove Nerd Font" panose="020B0509020204030204" pitchFamily="49" charset="0"/>
              </a:defRPr>
            </a:lvl3pPr>
            <a:lvl4pPr>
              <a:defRPr>
                <a:latin typeface="CaskaydiaCove Nerd Font" panose="020B0509020204030204" pitchFamily="49" charset="0"/>
              </a:defRPr>
            </a:lvl4pPr>
            <a:lvl5pPr>
              <a:defRPr>
                <a:latin typeface="CaskaydiaCove Nerd Font" panose="020B05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2B65F-5C2C-F97E-9EEE-0810C9AC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3077" y="6492874"/>
            <a:ext cx="1066800" cy="228600"/>
          </a:xfrm>
        </p:spPr>
        <p:txBody>
          <a:bodyPr/>
          <a:lstStyle>
            <a:lvl1pPr>
              <a:defRPr sz="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76302DF-E35E-430C-BA6A-08FEAEA11BDF}" type="datetime1">
              <a:rPr lang="en-US" smtClean="0"/>
              <a:t>9/27/2026</a:t>
            </a:fld>
            <a:endParaRPr lang="en-US" sz="8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6D685-8FAC-5331-DA11-78311C4D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723" y="6492874"/>
            <a:ext cx="8493369" cy="228598"/>
          </a:xfrm>
        </p:spPr>
        <p:txBody>
          <a:bodyPr/>
          <a:lstStyle>
            <a:lvl1pPr>
              <a:defRPr sz="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sz="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C0F01-6115-A57F-8635-0B5D04B8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45969" y="6492874"/>
            <a:ext cx="1729154" cy="228599"/>
          </a:xfrm>
        </p:spPr>
        <p:txBody>
          <a:bodyPr/>
          <a:lstStyle>
            <a:lvl1pPr>
              <a:defRPr sz="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BA602F1-D8B6-4D7F-AE46-BA4CF4319B0F}" type="slidenum">
              <a:rPr lang="en-US" smtClean="0"/>
              <a:pPr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70272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5A83-7A78-6CD8-A835-008C51AD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43BAF-E376-9CCD-0600-8587E4301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713BF-F915-E584-401F-D8B1B0CC2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AB557-C94E-499E-8504-0A86DD737A5A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50A85-8BE0-70E5-0D45-5B30C49B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7A66-7D63-4335-81E5-936A055F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4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C0F6-4BA6-F1DD-F270-B6F6F1D0B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A9C94-B733-E20C-3860-2EB8F4EE0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260" y="791308"/>
            <a:ext cx="5861540" cy="53856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EDB59-309E-B243-DD19-10F8E2853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791308"/>
            <a:ext cx="5779475" cy="53856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A0F5E-2A95-9AC8-2424-808AE1817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9432-53AB-4F1C-8B9D-84DB173CB59A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E3F24-45D9-EDFA-1DB8-AB1F8DA33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73E7A-0CA1-5E8D-F1B4-1ABCD09C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2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31111-7238-BB52-25A4-3637D725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61" y="190988"/>
            <a:ext cx="11195539" cy="40273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B8BDE-313F-1C04-2D50-44E50C4C0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262" y="668337"/>
            <a:ext cx="5839314" cy="5274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F5FDD-09BD-F588-551D-AA2929961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8262" y="1312986"/>
            <a:ext cx="5839314" cy="51171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84D2C4-A1B1-B031-177A-76961ACA5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668337"/>
            <a:ext cx="5779474" cy="5274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3A88E-4DE1-5A2B-36F0-753724452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1312986"/>
            <a:ext cx="5779475" cy="5117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C0D1F-7B4D-0CBB-34E7-A565718F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2352-6222-43EF-8975-B4F7F16029A8}" type="datetime1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313618-291A-9D2D-DA69-FC388FD0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0BAB9D-3CF2-D831-E800-D24C62CD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0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C1A2-1CAA-DEEB-2183-E89D8B734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35FEE-976D-4AA9-99B3-C4BC70EB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84D3-12CB-4D67-87F4-2898753F1265}" type="datetime1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A8E03-A9B2-1237-2C0B-C4ECF653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A9178-A59F-A646-8692-29E3F13C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3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56041A-7A74-EBFE-E04E-8B468F411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081C-9B2B-445B-B729-264E0CE1AAC8}" type="datetime1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5896F-1E80-01AC-B0DA-41413F83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B75D0-C6F5-DE86-826B-ACB4CC30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3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CAF13-1867-D0C2-55C5-88E74BB2C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60" y="189280"/>
            <a:ext cx="11793415" cy="508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92902-3528-4946-E768-BCE2CAD1A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261" y="816583"/>
            <a:ext cx="11793415" cy="5543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5B415-EB24-3B12-3240-C1134B92EB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8261" y="6492875"/>
            <a:ext cx="1459524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DB1980FB-7629-4F2E-9215-3CDD7ECFF04F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4A592-3ED0-C327-DAB1-EDEB97D2F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0877" y="6492875"/>
            <a:ext cx="8581291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sz="9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F45E1-1A7D-7C58-CD07-A33621946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7322" y="6492875"/>
            <a:ext cx="1424353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2BA602F1-D8B6-4D7F-AE46-BA4CF4319B0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E9420C-4455-3940-43B0-DF3FA843AC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82751" y="168044"/>
            <a:ext cx="468924" cy="52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77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slide" Target="slide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slide" Target="slide34.xml"/><Relationship Id="rId18" Type="http://schemas.openxmlformats.org/officeDocument/2006/relationships/image" Target="../media/image14.png"/><Relationship Id="rId26" Type="http://schemas.openxmlformats.org/officeDocument/2006/relationships/image" Target="../media/image23.png"/><Relationship Id="rId3" Type="http://schemas.microsoft.com/office/2018/10/relationships/comments" Target="../comments/modernComment_101_5A5B199.xml"/><Relationship Id="rId21" Type="http://schemas.openxmlformats.org/officeDocument/2006/relationships/image" Target="../media/image20.png"/><Relationship Id="rId7" Type="http://schemas.openxmlformats.org/officeDocument/2006/relationships/image" Target="../media/image34.png"/><Relationship Id="rId12" Type="http://schemas.openxmlformats.org/officeDocument/2006/relationships/image" Target="../media/image17.png"/><Relationship Id="rId17" Type="http://schemas.openxmlformats.org/officeDocument/2006/relationships/image" Target="../media/image19.png"/><Relationship Id="rId25" Type="http://schemas.openxmlformats.org/officeDocument/2006/relationships/slide" Target="slide12.xml"/><Relationship Id="rId3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slide" Target="slide23.xml"/><Relationship Id="rId20" Type="http://schemas.openxmlformats.org/officeDocument/2006/relationships/slide" Target="slide11.xml"/><Relationship Id="rId29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slide" Target="slide30.xml"/><Relationship Id="rId11" Type="http://schemas.openxmlformats.org/officeDocument/2006/relationships/image" Target="../media/image16.png"/><Relationship Id="rId24" Type="http://schemas.openxmlformats.org/officeDocument/2006/relationships/image" Target="../media/image22.png"/><Relationship Id="rId32" Type="http://schemas.openxmlformats.org/officeDocument/2006/relationships/image" Target="../media/image35.png"/><Relationship Id="rId5" Type="http://schemas.openxmlformats.org/officeDocument/2006/relationships/image" Target="../media/image9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4.png"/><Relationship Id="rId10" Type="http://schemas.openxmlformats.org/officeDocument/2006/relationships/image" Target="../media/image12.png"/><Relationship Id="rId19" Type="http://schemas.openxmlformats.org/officeDocument/2006/relationships/slide" Target="slide31.xml"/><Relationship Id="rId31" Type="http://schemas.openxmlformats.org/officeDocument/2006/relationships/slide" Target="slide28.xml"/><Relationship Id="rId4" Type="http://schemas.openxmlformats.org/officeDocument/2006/relationships/slide" Target="slide10.xml"/><Relationship Id="rId9" Type="http://schemas.openxmlformats.org/officeDocument/2006/relationships/image" Target="../media/image15.png"/><Relationship Id="rId14" Type="http://schemas.openxmlformats.org/officeDocument/2006/relationships/image" Target="../media/image18.png"/><Relationship Id="rId22" Type="http://schemas.openxmlformats.org/officeDocument/2006/relationships/slide" Target="slide14.xml"/><Relationship Id="rId27" Type="http://schemas.openxmlformats.org/officeDocument/2006/relationships/slide" Target="slide13.xml"/><Relationship Id="rId30" Type="http://schemas.openxmlformats.org/officeDocument/2006/relationships/image" Target="../media/image11.png"/><Relationship Id="rId8" Type="http://schemas.openxmlformats.org/officeDocument/2006/relationships/slide" Target="slide3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3.png"/><Relationship Id="rId18" Type="http://schemas.openxmlformats.org/officeDocument/2006/relationships/image" Target="../media/image5.png"/><Relationship Id="rId26" Type="http://schemas.openxmlformats.org/officeDocument/2006/relationships/image" Target="../media/image41.png"/><Relationship Id="rId3" Type="http://schemas.openxmlformats.org/officeDocument/2006/relationships/image" Target="../media/image19.png"/><Relationship Id="rId21" Type="http://schemas.openxmlformats.org/officeDocument/2006/relationships/slide" Target="slide35.xml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17" Type="http://schemas.openxmlformats.org/officeDocument/2006/relationships/image" Target="../media/image4.png"/><Relationship Id="rId25" Type="http://schemas.openxmlformats.org/officeDocument/2006/relationships/image" Target="../media/image40.png"/><Relationship Id="rId2" Type="http://schemas.microsoft.com/office/2018/10/relationships/comments" Target="../comments/modernComment_102_1B06F9B7.xml"/><Relationship Id="rId16" Type="http://schemas.openxmlformats.org/officeDocument/2006/relationships/image" Target="../media/image3.png"/><Relationship Id="rId20" Type="http://schemas.openxmlformats.org/officeDocument/2006/relationships/image" Target="../media/image35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24" Type="http://schemas.openxmlformats.org/officeDocument/2006/relationships/image" Target="../media/image39.png"/><Relationship Id="rId5" Type="http://schemas.openxmlformats.org/officeDocument/2006/relationships/image" Target="../media/image13.png"/><Relationship Id="rId15" Type="http://schemas.openxmlformats.org/officeDocument/2006/relationships/image" Target="../media/image26.png"/><Relationship Id="rId23" Type="http://schemas.openxmlformats.org/officeDocument/2006/relationships/image" Target="../media/image38.png"/><Relationship Id="rId28" Type="http://schemas.openxmlformats.org/officeDocument/2006/relationships/slide" Target="slide22.xml"/><Relationship Id="rId10" Type="http://schemas.openxmlformats.org/officeDocument/2006/relationships/image" Target="../media/image16.png"/><Relationship Id="rId19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14" Type="http://schemas.openxmlformats.org/officeDocument/2006/relationships/image" Target="../media/image24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5.png"/><Relationship Id="rId3" Type="http://schemas.openxmlformats.org/officeDocument/2006/relationships/image" Target="../media/image21.png"/><Relationship Id="rId7" Type="http://schemas.openxmlformats.org/officeDocument/2006/relationships/slide" Target="slide30.xml"/><Relationship Id="rId12" Type="http://schemas.openxmlformats.org/officeDocument/2006/relationships/slide" Target="slide3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44.png"/><Relationship Id="rId5" Type="http://schemas.openxmlformats.org/officeDocument/2006/relationships/image" Target="../media/image23.png"/><Relationship Id="rId10" Type="http://schemas.openxmlformats.org/officeDocument/2006/relationships/image" Target="../media/image4.png"/><Relationship Id="rId4" Type="http://schemas.openxmlformats.org/officeDocument/2006/relationships/image" Target="../media/image22.pn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slide" Target="slide3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slide" Target="slide35.xml"/><Relationship Id="rId3" Type="http://schemas.openxmlformats.org/officeDocument/2006/relationships/image" Target="../media/image21.png"/><Relationship Id="rId7" Type="http://schemas.openxmlformats.org/officeDocument/2006/relationships/image" Target="../media/image36.png"/><Relationship Id="rId12" Type="http://schemas.openxmlformats.org/officeDocument/2006/relationships/image" Target="../media/image4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hyperlink" Target="https://storage.mycloud.dsk/33d56sag4" TargetMode="External"/><Relationship Id="rId5" Type="http://schemas.openxmlformats.org/officeDocument/2006/relationships/image" Target="../media/image23.png"/><Relationship Id="rId10" Type="http://schemas.openxmlformats.org/officeDocument/2006/relationships/image" Target="../media/image46.png"/><Relationship Id="rId4" Type="http://schemas.openxmlformats.org/officeDocument/2006/relationships/image" Target="../media/image22.png"/><Relationship Id="rId9" Type="http://schemas.openxmlformats.org/officeDocument/2006/relationships/image" Target="../media/image4.png"/><Relationship Id="rId1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1.png"/><Relationship Id="rId7" Type="http://schemas.openxmlformats.org/officeDocument/2006/relationships/image" Target="../media/image3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46.png"/><Relationship Id="rId4" Type="http://schemas.openxmlformats.org/officeDocument/2006/relationships/image" Target="../media/image22.png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1.png"/><Relationship Id="rId7" Type="http://schemas.openxmlformats.org/officeDocument/2006/relationships/image" Target="../media/image3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slide" Target="slide26.xml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46.png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4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4.png"/><Relationship Id="rId7" Type="http://schemas.openxmlformats.org/officeDocument/2006/relationships/image" Target="../media/image3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49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8.png"/><Relationship Id="rId7" Type="http://schemas.openxmlformats.org/officeDocument/2006/relationships/image" Target="../media/image56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5" Type="http://schemas.openxmlformats.org/officeDocument/2006/relationships/image" Target="../media/image26.png"/><Relationship Id="rId4" Type="http://schemas.openxmlformats.org/officeDocument/2006/relationships/image" Target="../media/image69.png"/><Relationship Id="rId9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3.png"/><Relationship Id="rId7" Type="http://schemas.openxmlformats.org/officeDocument/2006/relationships/image" Target="../media/image5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microsoft.com/office/2018/10/relationships/comments" Target="../comments/modernComment_105_C3D2D871.xml"/><Relationship Id="rId7" Type="http://schemas.openxmlformats.org/officeDocument/2006/relationships/slide" Target="slide2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png"/><Relationship Id="rId5" Type="http://schemas.openxmlformats.org/officeDocument/2006/relationships/image" Target="../media/image27.png"/><Relationship Id="rId10" Type="http://schemas.openxmlformats.org/officeDocument/2006/relationships/image" Target="../media/image66.png"/><Relationship Id="rId4" Type="http://schemas.openxmlformats.org/officeDocument/2006/relationships/image" Target="../media/image49.png"/><Relationship Id="rId9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7.png"/><Relationship Id="rId7" Type="http://schemas.openxmlformats.org/officeDocument/2006/relationships/image" Target="../media/image7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46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8.png"/><Relationship Id="rId7" Type="http://schemas.openxmlformats.org/officeDocument/2006/relationships/image" Target="../media/image8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png"/><Relationship Id="rId5" Type="http://schemas.openxmlformats.org/officeDocument/2006/relationships/image" Target="../media/image49.png"/><Relationship Id="rId4" Type="http://schemas.openxmlformats.org/officeDocument/2006/relationships/image" Target="../media/image52.png"/><Relationship Id="rId9" Type="http://schemas.openxmlformats.org/officeDocument/2006/relationships/image" Target="../media/image8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png"/><Relationship Id="rId5" Type="http://schemas.openxmlformats.org/officeDocument/2006/relationships/image" Target="../media/image37.pn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59E90-6B6B-51C9-BF00-F2C71CC4D8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UI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ADA3D0-D92F-C072-02BC-EA10CEAA46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Item organizer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B3550-560E-8970-8715-055CD78D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5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5E0B-1627-9AA4-0866-227B19EAB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61" y="189280"/>
            <a:ext cx="2947018" cy="508244"/>
          </a:xfrm>
        </p:spPr>
        <p:txBody>
          <a:bodyPr>
            <a:normAutofit fontScale="90000"/>
          </a:bodyPr>
          <a:lstStyle/>
          <a:p>
            <a:r>
              <a:rPr lang="en-US" dirty="0"/>
              <a:t>UX Affordances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33E3045-B855-F6CF-8D21-70F515ECE0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10334710" y="1174539"/>
            <a:ext cx="1137899" cy="11100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A4A583-C508-ADB4-F34D-57445D8C6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553" y="1324329"/>
            <a:ext cx="262174" cy="29450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D2ABDD-6F7D-0CA2-C3E9-8CBB6A9A3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727" y="1973501"/>
            <a:ext cx="452846" cy="34100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E1E35B-061A-5097-2E7F-A646BAF70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228" y="1361942"/>
            <a:ext cx="436957" cy="33325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41C90DF-3D6C-5B23-857E-662FD163E9EE}"/>
              </a:ext>
            </a:extLst>
          </p:cNvPr>
          <p:cNvSpPr txBox="1"/>
          <p:nvPr/>
        </p:nvSpPr>
        <p:spPr>
          <a:xfrm>
            <a:off x="10903659" y="1657190"/>
            <a:ext cx="705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Ascending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FE7BC5-04D2-D774-6F93-7EF7B6F09A7E}"/>
              </a:ext>
            </a:extLst>
          </p:cNvPr>
          <p:cNvSpPr txBox="1"/>
          <p:nvPr/>
        </p:nvSpPr>
        <p:spPr>
          <a:xfrm>
            <a:off x="10535640" y="228456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Descending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2798F8-568D-9827-CBE3-68FEACE3C079}"/>
              </a:ext>
            </a:extLst>
          </p:cNvPr>
          <p:cNvSpPr txBox="1"/>
          <p:nvPr/>
        </p:nvSpPr>
        <p:spPr>
          <a:xfrm>
            <a:off x="10211673" y="1618934"/>
            <a:ext cx="6479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Unsorted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48A1F5-F891-C6B9-430B-5A437B1538A8}"/>
              </a:ext>
            </a:extLst>
          </p:cNvPr>
          <p:cNvSpPr txBox="1"/>
          <p:nvPr/>
        </p:nvSpPr>
        <p:spPr>
          <a:xfrm>
            <a:off x="9683528" y="844986"/>
            <a:ext cx="2419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Sort direction rotation</a:t>
            </a:r>
            <a:endParaRPr lang="en-US" sz="110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BA8FE12-BBAE-6949-471B-96030C80A0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310" y="804605"/>
            <a:ext cx="452384" cy="67195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6F84C14-C329-73CD-B403-97F16E66518F}"/>
              </a:ext>
            </a:extLst>
          </p:cNvPr>
          <p:cNvSpPr txBox="1"/>
          <p:nvPr/>
        </p:nvSpPr>
        <p:spPr>
          <a:xfrm>
            <a:off x="877581" y="955915"/>
            <a:ext cx="2944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Any, Nothing, Nada, Who-Cares? None-of-the-…, etc.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AEE0DAA-FB23-F237-F2CF-1B57E4FFE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606" y="1641735"/>
            <a:ext cx="430088" cy="53761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4F7A852-5D14-7045-BA7F-EBA1B413DB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129" y="2376511"/>
            <a:ext cx="430088" cy="41863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33305A1-BABE-E96F-D13F-3C6B681848CE}"/>
              </a:ext>
            </a:extLst>
          </p:cNvPr>
          <p:cNvSpPr txBox="1"/>
          <p:nvPr/>
        </p:nvSpPr>
        <p:spPr>
          <a:xfrm>
            <a:off x="853836" y="1711479"/>
            <a:ext cx="2305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Me, aka Current-User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A089A5-5778-C98D-5B1B-31300A6CDF94}"/>
              </a:ext>
            </a:extLst>
          </p:cNvPr>
          <p:cNvSpPr txBox="1"/>
          <p:nvPr/>
        </p:nvSpPr>
        <p:spPr>
          <a:xfrm>
            <a:off x="906250" y="2396025"/>
            <a:ext cx="1314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Now, Today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7C3E84A-CC7F-7FD2-273A-51478CA2ED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5524" y="955916"/>
            <a:ext cx="365175" cy="43109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391FADB-711D-24A7-7873-0CD41F0655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8126" y="1641735"/>
            <a:ext cx="615234" cy="62548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B0615E4-2E70-1990-FD9D-8097B97F34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2252" y="2407911"/>
            <a:ext cx="477872" cy="387239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F6F1889C-C8E7-DB7F-C3CC-5E15AB89BBE8}"/>
              </a:ext>
            </a:extLst>
          </p:cNvPr>
          <p:cNvSpPr txBox="1"/>
          <p:nvPr/>
        </p:nvSpPr>
        <p:spPr>
          <a:xfrm>
            <a:off x="4393360" y="949815"/>
            <a:ext cx="2075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Validate Markdown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2BF026-A322-D759-5E76-DB5E3B800E53}"/>
              </a:ext>
            </a:extLst>
          </p:cNvPr>
          <p:cNvSpPr txBox="1"/>
          <p:nvPr/>
        </p:nvSpPr>
        <p:spPr>
          <a:xfrm>
            <a:off x="4393359" y="1711479"/>
            <a:ext cx="2095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Toggle Edit/Preview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C9C166-C735-5C03-8CC6-21FE8F9FCB5E}"/>
              </a:ext>
            </a:extLst>
          </p:cNvPr>
          <p:cNvSpPr txBox="1"/>
          <p:nvPr/>
        </p:nvSpPr>
        <p:spPr>
          <a:xfrm>
            <a:off x="4393359" y="2396025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Spellcheck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B3000C5E-932A-B5B9-797F-CAADFD0E37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1341" y="3878982"/>
            <a:ext cx="291892" cy="36933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3FA452A-C0AB-1390-76AF-5635D2E441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6013" y="4785115"/>
            <a:ext cx="321274" cy="43892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03637F9-863F-8127-C37D-212509A6425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6221" y="3459584"/>
            <a:ext cx="322133" cy="33970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FC20B5C-F178-C513-72D4-1DD6C23D9C66}"/>
              </a:ext>
            </a:extLst>
          </p:cNvPr>
          <p:cNvSpPr txBox="1"/>
          <p:nvPr/>
        </p:nvSpPr>
        <p:spPr>
          <a:xfrm>
            <a:off x="223847" y="3075001"/>
            <a:ext cx="1063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Entities</a:t>
            </a:r>
            <a:endParaRPr lang="en-US" sz="110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F8B89B66-BED9-17F1-CAA5-6A2765864CA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0" y="3866972"/>
            <a:ext cx="312760" cy="372959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2DBDAE5-4D4E-830D-7A0E-01ACD5FCBFA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0" y="3397061"/>
            <a:ext cx="311287" cy="367319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D0B6165D-F311-6DA1-4E9E-C3B399212D1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4333252"/>
            <a:ext cx="311962" cy="38662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BD22B7A-49BE-6DF5-F457-7A8DD81C8EE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0" y="5260666"/>
            <a:ext cx="312759" cy="420157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5CFE82B4-AD44-0500-3879-D48D4B7E2E6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79507" y="5740612"/>
            <a:ext cx="334286" cy="386625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FE1C356-0378-36D3-E416-D621334DECF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9685" y="4328008"/>
            <a:ext cx="255204" cy="412297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A30ABF3-0C87-2A8F-E885-2018E1ACD0C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4879" y="6237223"/>
            <a:ext cx="204816" cy="428685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90879784-A88F-793B-6761-E33D99A8ED6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5252" y="4785115"/>
            <a:ext cx="224071" cy="39354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3C135A3E-D510-ACE1-6E4E-ECC1725A387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1166" y="5253919"/>
            <a:ext cx="132242" cy="412297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74807A4-2E2E-BE66-B9AD-0D428E6C7BD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0402" y="5741474"/>
            <a:ext cx="373770" cy="420492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3606A9E2-15A6-3536-E0ED-558FB9EC1D90}"/>
              </a:ext>
            </a:extLst>
          </p:cNvPr>
          <p:cNvSpPr txBox="1"/>
          <p:nvPr/>
        </p:nvSpPr>
        <p:spPr>
          <a:xfrm>
            <a:off x="6053106" y="2997681"/>
            <a:ext cx="1063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Fields</a:t>
            </a:r>
            <a:endParaRPr lang="en-US" sz="110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AF450A5-C114-DD33-F73D-1F02CA56E66B}"/>
              </a:ext>
            </a:extLst>
          </p:cNvPr>
          <p:cNvCxnSpPr>
            <a:cxnSpLocks/>
          </p:cNvCxnSpPr>
          <p:nvPr/>
        </p:nvCxnSpPr>
        <p:spPr>
          <a:xfrm flipV="1">
            <a:off x="270402" y="2913130"/>
            <a:ext cx="11284133" cy="769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6B0E3D2B-B47B-642B-926B-3896DFC254DF}"/>
              </a:ext>
            </a:extLst>
          </p:cNvPr>
          <p:cNvSpPr txBox="1"/>
          <p:nvPr/>
        </p:nvSpPr>
        <p:spPr>
          <a:xfrm>
            <a:off x="644276" y="3432453"/>
            <a:ext cx="997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/ Id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A19F944-695A-36B3-3735-B2956D57591D}"/>
              </a:ext>
            </a:extLst>
          </p:cNvPr>
          <p:cNvSpPr txBox="1"/>
          <p:nvPr/>
        </p:nvSpPr>
        <p:spPr>
          <a:xfrm>
            <a:off x="644276" y="3842517"/>
            <a:ext cx="1445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Organization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BC220B9-E77B-CF3F-A35D-735CA248216A}"/>
              </a:ext>
            </a:extLst>
          </p:cNvPr>
          <p:cNvSpPr txBox="1"/>
          <p:nvPr/>
        </p:nvSpPr>
        <p:spPr>
          <a:xfrm>
            <a:off x="644276" y="4324775"/>
            <a:ext cx="625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Tags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11006FC-DF89-F3CE-6F95-971C12746AD1}"/>
              </a:ext>
            </a:extLst>
          </p:cNvPr>
          <p:cNvSpPr txBox="1"/>
          <p:nvPr/>
        </p:nvSpPr>
        <p:spPr>
          <a:xfrm>
            <a:off x="661792" y="4785115"/>
            <a:ext cx="898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History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DDFA0F6-77DD-D4CB-273B-B378F029AAF4}"/>
              </a:ext>
            </a:extLst>
          </p:cNvPr>
          <p:cNvSpPr txBox="1"/>
          <p:nvPr/>
        </p:nvSpPr>
        <p:spPr>
          <a:xfrm>
            <a:off x="679308" y="5245455"/>
            <a:ext cx="1474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Attachments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7357B1-1E0D-407C-3ABF-397DB39B935F}"/>
              </a:ext>
            </a:extLst>
          </p:cNvPr>
          <p:cNvSpPr txBox="1"/>
          <p:nvPr/>
        </p:nvSpPr>
        <p:spPr>
          <a:xfrm>
            <a:off x="696824" y="5705795"/>
            <a:ext cx="1545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Relationships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DDC7D23-1F2F-405F-A18B-E1FE66212545}"/>
              </a:ext>
            </a:extLst>
          </p:cNvPr>
          <p:cNvSpPr txBox="1"/>
          <p:nvPr/>
        </p:nvSpPr>
        <p:spPr>
          <a:xfrm>
            <a:off x="696513" y="6244777"/>
            <a:ext cx="196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Name/Value Pairs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7B86C6B-3B84-8256-1E36-AA10EE862447}"/>
              </a:ext>
            </a:extLst>
          </p:cNvPr>
          <p:cNvSpPr/>
          <p:nvPr/>
        </p:nvSpPr>
        <p:spPr>
          <a:xfrm>
            <a:off x="9364131" y="3420173"/>
            <a:ext cx="430641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p2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2593150-17B2-0653-55B3-B81F02699441}"/>
              </a:ext>
            </a:extLst>
          </p:cNvPr>
          <p:cNvSpPr/>
          <p:nvPr/>
        </p:nvSpPr>
        <p:spPr>
          <a:xfrm>
            <a:off x="9358851" y="3915078"/>
            <a:ext cx="564538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123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075D223-D2F8-8639-1032-56754F6D281C}"/>
              </a:ext>
            </a:extLst>
          </p:cNvPr>
          <p:cNvSpPr txBox="1"/>
          <p:nvPr/>
        </p:nvSpPr>
        <p:spPr>
          <a:xfrm>
            <a:off x="6464667" y="3386451"/>
            <a:ext cx="2259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Kind (story, bug, etc.)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B93EE8B-D0C1-F221-139E-E61FC7F00403}"/>
              </a:ext>
            </a:extLst>
          </p:cNvPr>
          <p:cNvSpPr txBox="1"/>
          <p:nvPr/>
        </p:nvSpPr>
        <p:spPr>
          <a:xfrm>
            <a:off x="6452867" y="3846474"/>
            <a:ext cx="1509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(status)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D5C63B0-8E71-12FB-161F-7F0A644EBFAC}"/>
              </a:ext>
            </a:extLst>
          </p:cNvPr>
          <p:cNvSpPr txBox="1"/>
          <p:nvPr/>
        </p:nvSpPr>
        <p:spPr>
          <a:xfrm>
            <a:off x="6488484" y="4324775"/>
            <a:ext cx="1510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Created Date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6B583E7-07ED-018C-F568-9E8D77B53E2B}"/>
              </a:ext>
            </a:extLst>
          </p:cNvPr>
          <p:cNvSpPr txBox="1"/>
          <p:nvPr/>
        </p:nvSpPr>
        <p:spPr>
          <a:xfrm>
            <a:off x="6524101" y="4803076"/>
            <a:ext cx="1275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Created By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847BBA3-CFDF-174F-A8D1-9E6CD9EA6151}"/>
              </a:ext>
            </a:extLst>
          </p:cNvPr>
          <p:cNvSpPr txBox="1"/>
          <p:nvPr/>
        </p:nvSpPr>
        <p:spPr>
          <a:xfrm>
            <a:off x="6526213" y="5280922"/>
            <a:ext cx="1571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 Date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6E57D5C-E364-33F5-A56E-466DC794A6D7}"/>
              </a:ext>
            </a:extLst>
          </p:cNvPr>
          <p:cNvSpPr txBox="1"/>
          <p:nvPr/>
        </p:nvSpPr>
        <p:spPr>
          <a:xfrm>
            <a:off x="6569658" y="5740195"/>
            <a:ext cx="1358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Assigned To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E420852-41F2-5AD6-5C96-4A28EF841897}"/>
              </a:ext>
            </a:extLst>
          </p:cNvPr>
          <p:cNvSpPr txBox="1"/>
          <p:nvPr/>
        </p:nvSpPr>
        <p:spPr>
          <a:xfrm>
            <a:off x="10091223" y="3397061"/>
            <a:ext cx="1742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Priority/Severity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9F66419-84E1-22DC-991D-AB603C50F971}"/>
              </a:ext>
            </a:extLst>
          </p:cNvPr>
          <p:cNvSpPr txBox="1"/>
          <p:nvPr/>
        </p:nvSpPr>
        <p:spPr>
          <a:xfrm>
            <a:off x="10091223" y="3878982"/>
            <a:ext cx="1708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Rank (sub-sort)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2ADE8E0-2F51-A8B4-D334-B1784430F032}"/>
              </a:ext>
            </a:extLst>
          </p:cNvPr>
          <p:cNvSpPr txBox="1"/>
          <p:nvPr/>
        </p:nvSpPr>
        <p:spPr>
          <a:xfrm>
            <a:off x="7158500" y="909748"/>
            <a:ext cx="872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Org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6BD56911-196D-88A5-B6F8-34CD5FB2D58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30590" y="2099691"/>
            <a:ext cx="495369" cy="485843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7EE802DD-E969-E618-1147-211424B7277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57046" y="2101216"/>
            <a:ext cx="495369" cy="485843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8EF1E57E-4512-00B8-BCF3-61091A634927}"/>
              </a:ext>
            </a:extLst>
          </p:cNvPr>
          <p:cNvSpPr txBox="1"/>
          <p:nvPr/>
        </p:nvSpPr>
        <p:spPr>
          <a:xfrm>
            <a:off x="7992217" y="1739944"/>
            <a:ext cx="1593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Check Toggle</a:t>
            </a:r>
            <a:endParaRPr lang="en-US" sz="110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9E1C0412-2001-6160-B0D0-21071B5D234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57181" y="861200"/>
            <a:ext cx="450668" cy="50074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9E0057-79D8-30FD-2627-00AA2001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5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A0BB-6CB0-C138-1F05-4D75B0FD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Page: Logged Out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BFEAF-A137-0C0D-92CC-08E61F4B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1A9DB466-394E-A6E0-1A29-0638A676B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609" y="2282208"/>
            <a:ext cx="2410161" cy="241016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3462742-6268-D005-4C98-4F16035F7796}"/>
              </a:ext>
            </a:extLst>
          </p:cNvPr>
          <p:cNvGrpSpPr/>
          <p:nvPr/>
        </p:nvGrpSpPr>
        <p:grpSpPr>
          <a:xfrm>
            <a:off x="301187" y="1322480"/>
            <a:ext cx="11003004" cy="4329617"/>
            <a:chOff x="301187" y="1322480"/>
            <a:chExt cx="11003004" cy="432961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B7DCD9-47DC-F81C-40F4-2830AF57F711}"/>
                </a:ext>
              </a:extLst>
            </p:cNvPr>
            <p:cNvSpPr/>
            <p:nvPr/>
          </p:nvSpPr>
          <p:spPr>
            <a:xfrm>
              <a:off x="301187" y="1677248"/>
              <a:ext cx="11003004" cy="3974849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BC77A0-6D53-70D3-C6A0-D4B2AB5893B8}"/>
                </a:ext>
              </a:extLst>
            </p:cNvPr>
            <p:cNvSpPr/>
            <p:nvPr/>
          </p:nvSpPr>
          <p:spPr>
            <a:xfrm>
              <a:off x="301187" y="1322480"/>
              <a:ext cx="11003004" cy="34675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Item Organizer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5552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6D56C-EF10-258D-0348-47D975C3C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Page: Logged 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BFC1C-4919-5640-6628-CD64A780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87" y="697524"/>
            <a:ext cx="11003005" cy="59462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C96B27-81FE-5408-5214-26A7E6681722}"/>
              </a:ext>
            </a:extLst>
          </p:cNvPr>
          <p:cNvSpPr txBox="1"/>
          <p:nvPr/>
        </p:nvSpPr>
        <p:spPr>
          <a:xfrm>
            <a:off x="1742883" y="1028793"/>
            <a:ext cx="8467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</a:rPr>
              <a:t>Item organizer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E742F-994E-8D86-254D-16D9CA651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182" y="1063340"/>
            <a:ext cx="152701" cy="1527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51A946-D776-3CE5-39B9-6FC4F0976427}"/>
              </a:ext>
            </a:extLst>
          </p:cNvPr>
          <p:cNvSpPr/>
          <p:nvPr/>
        </p:nvSpPr>
        <p:spPr>
          <a:xfrm>
            <a:off x="301187" y="1322480"/>
            <a:ext cx="11003004" cy="346759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Stuart Williams (1), Root Organization (0)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34CC2-8BC6-0C0C-E1B5-9152B8E62A0C}"/>
              </a:ext>
            </a:extLst>
          </p:cNvPr>
          <p:cNvSpPr txBox="1"/>
          <p:nvPr/>
        </p:nvSpPr>
        <p:spPr>
          <a:xfrm>
            <a:off x="4685673" y="3608504"/>
            <a:ext cx="2178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Client Area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383BD-EE73-3DE9-A8ED-D4E08F11D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1690" y="1330490"/>
            <a:ext cx="328622" cy="3286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9B2CD5-94E3-F224-1832-5FFA89F13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882" y="1330489"/>
            <a:ext cx="275941" cy="328622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D6D42177-49E1-F11C-F9D9-D8E17726FF15}"/>
              </a:ext>
            </a:extLst>
          </p:cNvPr>
          <p:cNvSpPr/>
          <p:nvPr/>
        </p:nvSpPr>
        <p:spPr>
          <a:xfrm>
            <a:off x="1939264" y="5943600"/>
            <a:ext cx="2215426" cy="438789"/>
          </a:xfrm>
          <a:prstGeom prst="wedgeRectCallout">
            <a:avLst>
              <a:gd name="adj1" fmla="val -35791"/>
              <a:gd name="adj2" fmla="val 111451"/>
            </a:avLst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No Footer!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38616746-495E-DD29-3848-0130995ABD68}"/>
              </a:ext>
            </a:extLst>
          </p:cNvPr>
          <p:cNvSpPr/>
          <p:nvPr/>
        </p:nvSpPr>
        <p:spPr>
          <a:xfrm>
            <a:off x="7510558" y="1980688"/>
            <a:ext cx="2215426" cy="438789"/>
          </a:xfrm>
          <a:prstGeom prst="wedgeRectCallout">
            <a:avLst>
              <a:gd name="adj1" fmla="val -38561"/>
              <a:gd name="adj2" fmla="val -119319"/>
            </a:avLst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Minimal Header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E2C740-9891-DE3E-3BE4-B9865461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hlinkClick r:id="rId6" action="ppaction://hlinksldjump"/>
            <a:extLst>
              <a:ext uri="{FF2B5EF4-FFF2-40B4-BE49-F238E27FC236}">
                <a16:creationId xmlns:a16="http://schemas.microsoft.com/office/drawing/2014/main" id="{5300E733-C348-D712-3F16-D46EFE1EE1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5421" y="1370841"/>
            <a:ext cx="244699" cy="25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8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9FFBFF-422F-2453-678C-BE10436C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20993-FC4B-7578-4DFF-C64478010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E6DAC-782F-56DB-8B9C-1D709186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17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600A8E18-16D5-A4FD-1916-15C9A9893338}"/>
              </a:ext>
            </a:extLst>
          </p:cNvPr>
          <p:cNvSpPr/>
          <p:nvPr/>
        </p:nvSpPr>
        <p:spPr>
          <a:xfrm>
            <a:off x="257750" y="4230168"/>
            <a:ext cx="496318" cy="4204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5BAC5EA-C5DB-832B-2C9D-9A31F4F3E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80" y="2747327"/>
            <a:ext cx="255204" cy="30126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DD30D0D-24AB-5963-2C76-728D3E47B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Views: Item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ACDE46-D0A0-168E-5AE0-298C71D3A4FD}"/>
              </a:ext>
            </a:extLst>
          </p:cNvPr>
          <p:cNvSpPr/>
          <p:nvPr/>
        </p:nvSpPr>
        <p:spPr>
          <a:xfrm>
            <a:off x="257750" y="853031"/>
            <a:ext cx="11693925" cy="5815689"/>
          </a:xfrm>
          <a:prstGeom prst="rect">
            <a:avLst/>
          </a:prstGeom>
          <a:noFill/>
          <a:ln w="31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72B6D9-18A3-7796-8B77-0F8414B08C48}"/>
              </a:ext>
            </a:extLst>
          </p:cNvPr>
          <p:cNvSpPr/>
          <p:nvPr/>
        </p:nvSpPr>
        <p:spPr>
          <a:xfrm>
            <a:off x="754068" y="957358"/>
            <a:ext cx="814936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12345</a:t>
            </a:r>
          </a:p>
        </p:txBody>
      </p:sp>
      <p:sp>
        <p:nvSpPr>
          <p:cNvPr id="7" name="Rectangle 6">
            <a:hlinkClick r:id="rId6" action="ppaction://hlinksldjump"/>
            <a:extLst>
              <a:ext uri="{FF2B5EF4-FFF2-40B4-BE49-F238E27FC236}">
                <a16:creationId xmlns:a16="http://schemas.microsoft.com/office/drawing/2014/main" id="{D2EFDF0B-8834-0EB9-4081-1DEDAAD2153B}"/>
              </a:ext>
            </a:extLst>
          </p:cNvPr>
          <p:cNvSpPr/>
          <p:nvPr/>
        </p:nvSpPr>
        <p:spPr>
          <a:xfrm>
            <a:off x="1681515" y="957358"/>
            <a:ext cx="8617694" cy="3866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679A34-D070-F2F0-BC6D-3CA9DBE49B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0351" y="931089"/>
            <a:ext cx="432873" cy="412894"/>
          </a:xfrm>
          <a:prstGeom prst="rect">
            <a:avLst/>
          </a:prstGeom>
        </p:spPr>
      </p:pic>
      <p:pic>
        <p:nvPicPr>
          <p:cNvPr id="20" name="Picture 19">
            <a:hlinkClick r:id="rId8" action="ppaction://hlinksldjump"/>
            <a:extLst>
              <a:ext uri="{FF2B5EF4-FFF2-40B4-BE49-F238E27FC236}">
                <a16:creationId xmlns:a16="http://schemas.microsoft.com/office/drawing/2014/main" id="{93F930DD-2271-A06B-32F7-2A41C9DCE6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3217" y="1538758"/>
            <a:ext cx="312760" cy="3729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E154681-839F-4922-5A86-40DBE3E8E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914" y="1495103"/>
            <a:ext cx="376533" cy="476429"/>
          </a:xfrm>
          <a:prstGeom prst="rect">
            <a:avLst/>
          </a:prstGeom>
        </p:spPr>
      </p:pic>
      <p:pic>
        <p:nvPicPr>
          <p:cNvPr id="24" name="Picture 23">
            <a:hlinkClick r:id="rId8" action="ppaction://hlinksldjump"/>
            <a:extLst>
              <a:ext uri="{FF2B5EF4-FFF2-40B4-BE49-F238E27FC236}">
                <a16:creationId xmlns:a16="http://schemas.microsoft.com/office/drawing/2014/main" id="{7B23E843-3DC1-A74A-4008-4D8AB6A5B8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6152" y="1550607"/>
            <a:ext cx="311287" cy="3673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9120546-5877-32DE-1189-A9F5F6A4B90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0781" y="2108986"/>
            <a:ext cx="311962" cy="386625"/>
          </a:xfrm>
          <a:prstGeom prst="rect">
            <a:avLst/>
          </a:prstGeom>
        </p:spPr>
      </p:pic>
      <p:pic>
        <p:nvPicPr>
          <p:cNvPr id="28" name="Picture 27">
            <a:hlinkClick r:id="rId13" action="ppaction://hlinksldjump"/>
            <a:extLst>
              <a:ext uri="{FF2B5EF4-FFF2-40B4-BE49-F238E27FC236}">
                <a16:creationId xmlns:a16="http://schemas.microsoft.com/office/drawing/2014/main" id="{1516910F-90AE-6951-E560-127F40377F5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38527" y="2075454"/>
            <a:ext cx="312759" cy="42015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7965938-B259-23CE-1367-CB1523DD9E0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914" y="2108986"/>
            <a:ext cx="321274" cy="438927"/>
          </a:xfrm>
          <a:prstGeom prst="rect">
            <a:avLst/>
          </a:prstGeom>
        </p:spPr>
      </p:pic>
      <p:pic>
        <p:nvPicPr>
          <p:cNvPr id="32" name="Picture 31">
            <a:hlinkClick r:id="rId16" action="ppaction://hlinksldjump"/>
            <a:extLst>
              <a:ext uri="{FF2B5EF4-FFF2-40B4-BE49-F238E27FC236}">
                <a16:creationId xmlns:a16="http://schemas.microsoft.com/office/drawing/2014/main" id="{BFADF11E-85DD-534D-6D8B-12FA31C751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2108986"/>
            <a:ext cx="334286" cy="3866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875B451-48CF-F4A1-491D-755E2BD6653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1895" y="915432"/>
            <a:ext cx="415544" cy="43821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0930C769-2930-5607-0B03-58069C93CAB8}"/>
              </a:ext>
            </a:extLst>
          </p:cNvPr>
          <p:cNvSpPr/>
          <p:nvPr/>
        </p:nvSpPr>
        <p:spPr>
          <a:xfrm>
            <a:off x="754068" y="1540004"/>
            <a:ext cx="4284338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My Organization</a:t>
            </a:r>
          </a:p>
        </p:txBody>
      </p:sp>
      <p:sp>
        <p:nvSpPr>
          <p:cNvPr id="36" name="Rectangle 35">
            <a:hlinkClick r:id="rId8" action="ppaction://hlinksldjump"/>
            <a:extLst>
              <a:ext uri="{FF2B5EF4-FFF2-40B4-BE49-F238E27FC236}">
                <a16:creationId xmlns:a16="http://schemas.microsoft.com/office/drawing/2014/main" id="{982077CC-8F5F-2138-B763-B265B30DCEE7}"/>
              </a:ext>
            </a:extLst>
          </p:cNvPr>
          <p:cNvSpPr/>
          <p:nvPr/>
        </p:nvSpPr>
        <p:spPr>
          <a:xfrm>
            <a:off x="5511953" y="1540004"/>
            <a:ext cx="2252492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Bug</a:t>
            </a:r>
          </a:p>
        </p:txBody>
      </p:sp>
      <p:sp>
        <p:nvSpPr>
          <p:cNvPr id="37" name="Rectangle 36">
            <a:hlinkClick r:id="rId8" action="ppaction://hlinksldjump"/>
            <a:extLst>
              <a:ext uri="{FF2B5EF4-FFF2-40B4-BE49-F238E27FC236}">
                <a16:creationId xmlns:a16="http://schemas.microsoft.com/office/drawing/2014/main" id="{BC09FADE-701D-4EA1-067F-63125E18C0B2}"/>
              </a:ext>
            </a:extLst>
          </p:cNvPr>
          <p:cNvSpPr/>
          <p:nvPr/>
        </p:nvSpPr>
        <p:spPr>
          <a:xfrm>
            <a:off x="8280491" y="1533322"/>
            <a:ext cx="1958675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triaged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3D3D097-A310-1EFB-803B-CC9859D1DFCA}"/>
              </a:ext>
            </a:extLst>
          </p:cNvPr>
          <p:cNvSpPr/>
          <p:nvPr/>
        </p:nvSpPr>
        <p:spPr>
          <a:xfrm>
            <a:off x="754067" y="2108986"/>
            <a:ext cx="2983927" cy="38662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bob@bob.org</a:t>
            </a:r>
          </a:p>
        </p:txBody>
      </p:sp>
      <p:sp>
        <p:nvSpPr>
          <p:cNvPr id="39" name="Rectangle 38">
            <a:hlinkClick r:id="rId13" action="ppaction://hlinksldjump"/>
            <a:extLst>
              <a:ext uri="{FF2B5EF4-FFF2-40B4-BE49-F238E27FC236}">
                <a16:creationId xmlns:a16="http://schemas.microsoft.com/office/drawing/2014/main" id="{5666ECFB-2B7B-D087-6FB6-1A68F7001991}"/>
              </a:ext>
            </a:extLst>
          </p:cNvPr>
          <p:cNvSpPr/>
          <p:nvPr/>
        </p:nvSpPr>
        <p:spPr>
          <a:xfrm>
            <a:off x="4150149" y="2108986"/>
            <a:ext cx="1604490" cy="38662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2026-05-02 14:35</a:t>
            </a:r>
          </a:p>
        </p:txBody>
      </p:sp>
      <p:sp>
        <p:nvSpPr>
          <p:cNvPr id="42" name="Rectangle 41">
            <a:hlinkClick r:id="rId16" action="ppaction://hlinksldjump"/>
            <a:extLst>
              <a:ext uri="{FF2B5EF4-FFF2-40B4-BE49-F238E27FC236}">
                <a16:creationId xmlns:a16="http://schemas.microsoft.com/office/drawing/2014/main" id="{7210131B-E76E-C234-EE22-25A2CCF2F292}"/>
              </a:ext>
            </a:extLst>
          </p:cNvPr>
          <p:cNvSpPr/>
          <p:nvPr/>
        </p:nvSpPr>
        <p:spPr>
          <a:xfrm>
            <a:off x="6461051" y="2108986"/>
            <a:ext cx="3269457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me@oh-my.com</a:t>
            </a:r>
          </a:p>
        </p:txBody>
      </p:sp>
      <p:sp>
        <p:nvSpPr>
          <p:cNvPr id="43" name="Rectangle 42">
            <a:hlinkClick r:id="rId13" action="ppaction://hlinksldjump"/>
            <a:extLst>
              <a:ext uri="{FF2B5EF4-FFF2-40B4-BE49-F238E27FC236}">
                <a16:creationId xmlns:a16="http://schemas.microsoft.com/office/drawing/2014/main" id="{A1618474-1B88-7C7E-6A20-D3A644E1D52F}"/>
              </a:ext>
            </a:extLst>
          </p:cNvPr>
          <p:cNvSpPr/>
          <p:nvPr/>
        </p:nvSpPr>
        <p:spPr>
          <a:xfrm>
            <a:off x="10239166" y="2108986"/>
            <a:ext cx="1604490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2026-09-22 09:00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0194BCF5-D9D4-5BC6-787F-9FAE56257453}"/>
              </a:ext>
            </a:extLst>
          </p:cNvPr>
          <p:cNvSpPr/>
          <p:nvPr/>
        </p:nvSpPr>
        <p:spPr>
          <a:xfrm>
            <a:off x="5827535" y="2217148"/>
            <a:ext cx="279104" cy="17029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hlinkClick r:id="rId8" action="ppaction://hlinksldjump"/>
            <a:extLst>
              <a:ext uri="{FF2B5EF4-FFF2-40B4-BE49-F238E27FC236}">
                <a16:creationId xmlns:a16="http://schemas.microsoft.com/office/drawing/2014/main" id="{86F04D8C-CD91-87DF-AE27-4F5B55B2B032}"/>
              </a:ext>
            </a:extLst>
          </p:cNvPr>
          <p:cNvSpPr/>
          <p:nvPr/>
        </p:nvSpPr>
        <p:spPr>
          <a:xfrm>
            <a:off x="10324571" y="1533322"/>
            <a:ext cx="430641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p2</a:t>
            </a:r>
          </a:p>
        </p:txBody>
      </p:sp>
      <p:sp>
        <p:nvSpPr>
          <p:cNvPr id="46" name="Rectangle 45">
            <a:hlinkClick r:id="rId19" action="ppaction://hlinksldjump"/>
            <a:extLst>
              <a:ext uri="{FF2B5EF4-FFF2-40B4-BE49-F238E27FC236}">
                <a16:creationId xmlns:a16="http://schemas.microsoft.com/office/drawing/2014/main" id="{36850F55-88C4-B895-AB9E-F64B34CEB56D}"/>
              </a:ext>
            </a:extLst>
          </p:cNvPr>
          <p:cNvSpPr/>
          <p:nvPr/>
        </p:nvSpPr>
        <p:spPr>
          <a:xfrm>
            <a:off x="10840617" y="1540004"/>
            <a:ext cx="985214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123456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865A80-9787-7D68-6EC8-510174008E69}"/>
              </a:ext>
            </a:extLst>
          </p:cNvPr>
          <p:cNvSpPr/>
          <p:nvPr/>
        </p:nvSpPr>
        <p:spPr>
          <a:xfrm>
            <a:off x="754066" y="2681831"/>
            <a:ext cx="11089610" cy="1461787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err="1">
                <a:solidFill>
                  <a:schemeClr val="tx1"/>
                </a:solidFill>
              </a:rPr>
              <a:t>Abcdefg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388324-BA12-1F01-422F-2A64176837A2}"/>
              </a:ext>
            </a:extLst>
          </p:cNvPr>
          <p:cNvGrpSpPr/>
          <p:nvPr/>
        </p:nvGrpSpPr>
        <p:grpSpPr>
          <a:xfrm>
            <a:off x="11624052" y="2681831"/>
            <a:ext cx="220189" cy="1461787"/>
            <a:chOff x="11624052" y="2681831"/>
            <a:chExt cx="220189" cy="1461787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ED0E4FA-31B5-5073-8AA1-D79908094BA6}"/>
                </a:ext>
              </a:extLst>
            </p:cNvPr>
            <p:cNvSpPr/>
            <p:nvPr/>
          </p:nvSpPr>
          <p:spPr>
            <a:xfrm>
              <a:off x="11631174" y="2681831"/>
              <a:ext cx="195312" cy="14617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A88D44E1-9594-D82C-64D3-E8D089C5990C}"/>
                </a:ext>
              </a:extLst>
            </p:cNvPr>
            <p:cNvSpPr/>
            <p:nvPr/>
          </p:nvSpPr>
          <p:spPr>
            <a:xfrm>
              <a:off x="11631173" y="2839522"/>
              <a:ext cx="213068" cy="176757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BDB82D3A-2C7B-8A2B-6012-933DDB223F22}"/>
                </a:ext>
              </a:extLst>
            </p:cNvPr>
            <p:cNvSpPr/>
            <p:nvPr/>
          </p:nvSpPr>
          <p:spPr>
            <a:xfrm>
              <a:off x="11628532" y="2689080"/>
              <a:ext cx="213068" cy="10473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BA9E7074-B338-E1E7-070F-983D59EFE9EC}"/>
                </a:ext>
              </a:extLst>
            </p:cNvPr>
            <p:cNvSpPr/>
            <p:nvPr/>
          </p:nvSpPr>
          <p:spPr>
            <a:xfrm flipV="1">
              <a:off x="11624052" y="4038880"/>
              <a:ext cx="213068" cy="10473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6" name="Picture 55">
            <a:hlinkClick r:id="rId20" action="ppaction://hlinksldjump"/>
            <a:extLst>
              <a:ext uri="{FF2B5EF4-FFF2-40B4-BE49-F238E27FC236}">
                <a16:creationId xmlns:a16="http://schemas.microsoft.com/office/drawing/2014/main" id="{D8214507-57D7-E851-5697-B5753A22BDA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4010" y="4718852"/>
            <a:ext cx="255204" cy="412297"/>
          </a:xfrm>
          <a:prstGeom prst="rect">
            <a:avLst/>
          </a:prstGeom>
        </p:spPr>
      </p:pic>
      <p:pic>
        <p:nvPicPr>
          <p:cNvPr id="58" name="Picture 57">
            <a:hlinkClick r:id="rId22" action="ppaction://hlinksldjump"/>
            <a:extLst>
              <a:ext uri="{FF2B5EF4-FFF2-40B4-BE49-F238E27FC236}">
                <a16:creationId xmlns:a16="http://schemas.microsoft.com/office/drawing/2014/main" id="{9D585C2E-E144-6789-E9E8-FE00183AA1E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9203" y="6152082"/>
            <a:ext cx="204816" cy="42868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343FB4C-8DCD-7B66-4EC8-CAEC1B2FBFE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9948" y="4241076"/>
            <a:ext cx="224071" cy="393546"/>
          </a:xfrm>
          <a:prstGeom prst="rect">
            <a:avLst/>
          </a:prstGeom>
        </p:spPr>
      </p:pic>
      <p:pic>
        <p:nvPicPr>
          <p:cNvPr id="62" name="Picture 61">
            <a:hlinkClick r:id="rId25" action="ppaction://hlinksldjump"/>
            <a:extLst>
              <a:ext uri="{FF2B5EF4-FFF2-40B4-BE49-F238E27FC236}">
                <a16:creationId xmlns:a16="http://schemas.microsoft.com/office/drawing/2014/main" id="{484756D0-4259-7191-1CFB-62C9A1842FA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6872" y="5168778"/>
            <a:ext cx="132242" cy="412297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B29DB9B5-EF36-E2BD-60DD-095134EC3129}"/>
              </a:ext>
            </a:extLst>
          </p:cNvPr>
          <p:cNvSpPr/>
          <p:nvPr/>
        </p:nvSpPr>
        <p:spPr>
          <a:xfrm>
            <a:off x="754067" y="4222196"/>
            <a:ext cx="11089589" cy="2368848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68">
            <a:hlinkClick r:id="rId27" action="ppaction://hlinksldjump"/>
            <a:extLst>
              <a:ext uri="{FF2B5EF4-FFF2-40B4-BE49-F238E27FC236}">
                <a16:creationId xmlns:a16="http://schemas.microsoft.com/office/drawing/2014/main" id="{F63637D3-D95C-C1AE-1B7F-26DA55B73F7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17369" y="5656333"/>
            <a:ext cx="373770" cy="420492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1106F7C-51C1-E253-EF03-040518FEEB4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35272" y="3139832"/>
            <a:ext cx="368790" cy="37493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0733A074-1291-BDF2-32EF-995FE4336EF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6167" y="3619955"/>
            <a:ext cx="340021" cy="275533"/>
          </a:xfrm>
          <a:prstGeom prst="rect">
            <a:avLst/>
          </a:prstGeom>
        </p:spPr>
      </p:pic>
      <p:pic>
        <p:nvPicPr>
          <p:cNvPr id="9" name="Picture 8">
            <a:hlinkClick r:id="rId31" action="ppaction://hlinksldjump"/>
            <a:extLst>
              <a:ext uri="{FF2B5EF4-FFF2-40B4-BE49-F238E27FC236}">
                <a16:creationId xmlns:a16="http://schemas.microsoft.com/office/drawing/2014/main" id="{246D5757-385B-7632-9BA3-0FB717FBFF3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366352" y="957358"/>
            <a:ext cx="478043" cy="36569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D57B299-972C-3CE7-00D5-A49EF816FB20}"/>
              </a:ext>
            </a:extLst>
          </p:cNvPr>
          <p:cNvGrpSpPr/>
          <p:nvPr/>
        </p:nvGrpSpPr>
        <p:grpSpPr>
          <a:xfrm>
            <a:off x="11618965" y="4528043"/>
            <a:ext cx="221982" cy="2045588"/>
            <a:chOff x="8503666" y="1448312"/>
            <a:chExt cx="316131" cy="204558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BB3BCF5-80B3-E259-4831-B4EF1F3DC88B}"/>
                </a:ext>
              </a:extLst>
            </p:cNvPr>
            <p:cNvSpPr/>
            <p:nvPr/>
          </p:nvSpPr>
          <p:spPr>
            <a:xfrm>
              <a:off x="8503666" y="1448312"/>
              <a:ext cx="316131" cy="20455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078C284-E3EA-572E-1016-6263B2475CB7}"/>
                </a:ext>
              </a:extLst>
            </p:cNvPr>
            <p:cNvSpPr/>
            <p:nvPr/>
          </p:nvSpPr>
          <p:spPr>
            <a:xfrm>
              <a:off x="8521217" y="1859228"/>
              <a:ext cx="287392" cy="247349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9EE683EE-E886-AFB0-5C3B-3BE777B63A56}"/>
                </a:ext>
              </a:extLst>
            </p:cNvPr>
            <p:cNvSpPr/>
            <p:nvPr/>
          </p:nvSpPr>
          <p:spPr>
            <a:xfrm>
              <a:off x="8523898" y="1458456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1CA510AC-D150-8E5E-0621-73FE3D836922}"/>
                </a:ext>
              </a:extLst>
            </p:cNvPr>
            <p:cNvSpPr/>
            <p:nvPr/>
          </p:nvSpPr>
          <p:spPr>
            <a:xfrm flipV="1">
              <a:off x="8518035" y="3347332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4034828-913D-B786-1F86-522002F9ED59}"/>
                </a:ext>
              </a:extLst>
            </p:cNvPr>
            <p:cNvCxnSpPr>
              <a:cxnSpLocks/>
            </p:cNvCxnSpPr>
            <p:nvPr/>
          </p:nvCxnSpPr>
          <p:spPr>
            <a:xfrm>
              <a:off x="8503666" y="1647983"/>
              <a:ext cx="31613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479844-74E2-C7EA-ECE7-E629CF09E55A}"/>
                </a:ext>
              </a:extLst>
            </p:cNvPr>
            <p:cNvCxnSpPr>
              <a:cxnSpLocks/>
            </p:cNvCxnSpPr>
            <p:nvPr/>
          </p:nvCxnSpPr>
          <p:spPr>
            <a:xfrm>
              <a:off x="8524172" y="3297789"/>
              <a:ext cx="28739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20A0C93-AC74-CF66-47EA-DCEFE80F2EFC}"/>
              </a:ext>
            </a:extLst>
          </p:cNvPr>
          <p:cNvSpPr/>
          <p:nvPr/>
        </p:nvSpPr>
        <p:spPr>
          <a:xfrm>
            <a:off x="751359" y="4222196"/>
            <a:ext cx="11089588" cy="288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18D456D-47FA-BFB2-0668-6522A5AF00E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flipV="1">
            <a:off x="798972" y="4238460"/>
            <a:ext cx="257476" cy="25590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A2209-08F6-E826-C9B3-E6CA5B4C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49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5149-70ED-3D66-A493-2458FED3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View: Item List/Search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229DB1-23CE-A651-9CD9-42CA2EE06433}"/>
              </a:ext>
            </a:extLst>
          </p:cNvPr>
          <p:cNvSpPr/>
          <p:nvPr/>
        </p:nvSpPr>
        <p:spPr>
          <a:xfrm>
            <a:off x="188438" y="2254286"/>
            <a:ext cx="11793415" cy="4349033"/>
          </a:xfrm>
          <a:prstGeom prst="rect">
            <a:avLst/>
          </a:prstGeom>
          <a:pattFill prst="lgGrid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51506B-0704-847E-2431-9DD9E0B2D8B4}"/>
              </a:ext>
            </a:extLst>
          </p:cNvPr>
          <p:cNvSpPr/>
          <p:nvPr/>
        </p:nvSpPr>
        <p:spPr>
          <a:xfrm>
            <a:off x="188445" y="828621"/>
            <a:ext cx="11793411" cy="1010586"/>
          </a:xfrm>
          <a:prstGeom prst="rect">
            <a:avLst/>
          </a:prstGeom>
          <a:solidFill>
            <a:srgbClr val="CAEEFB">
              <a:alpha val="4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159778-290C-5603-146F-9416C873D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57" y="952084"/>
            <a:ext cx="277378" cy="3208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2B4288-5375-4E07-82F8-1B37FFBA7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96" y="938130"/>
            <a:ext cx="270433" cy="3380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773237C-E74B-010D-48D2-B95D0997E078}"/>
              </a:ext>
            </a:extLst>
          </p:cNvPr>
          <p:cNvSpPr/>
          <p:nvPr/>
        </p:nvSpPr>
        <p:spPr>
          <a:xfrm>
            <a:off x="1085171" y="909836"/>
            <a:ext cx="2612268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me@oh-my.com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E64BAA-5BB4-51C5-57B0-30AA52718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776" y="936067"/>
            <a:ext cx="266581" cy="3642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A45586-3C45-D242-6E69-8EF5E1F43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088" y="1407914"/>
            <a:ext cx="258855" cy="3208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C5F2C9A-D37E-06E7-E133-0CD4F353E4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722" y="1407913"/>
            <a:ext cx="259516" cy="3486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39F90B-238A-2040-8197-6ADD3E66F00E}"/>
              </a:ext>
            </a:extLst>
          </p:cNvPr>
          <p:cNvSpPr txBox="1"/>
          <p:nvPr/>
        </p:nvSpPr>
        <p:spPr>
          <a:xfrm>
            <a:off x="485254" y="1354371"/>
            <a:ext cx="30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4D8830-C9F5-BF5C-7976-A7FA6ED6F94C}"/>
              </a:ext>
            </a:extLst>
          </p:cNvPr>
          <p:cNvSpPr/>
          <p:nvPr/>
        </p:nvSpPr>
        <p:spPr>
          <a:xfrm>
            <a:off x="1085171" y="1387856"/>
            <a:ext cx="1160937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2026-05-02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9F6272-CA3B-128F-24AE-EC3D95BA5BDB}"/>
              </a:ext>
            </a:extLst>
          </p:cNvPr>
          <p:cNvSpPr/>
          <p:nvPr/>
        </p:nvSpPr>
        <p:spPr>
          <a:xfrm>
            <a:off x="2588254" y="1371090"/>
            <a:ext cx="1109185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2026-09-22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5EDE26C-7C40-C150-3E7B-BED4AC28A765}"/>
              </a:ext>
            </a:extLst>
          </p:cNvPr>
          <p:cNvSpPr/>
          <p:nvPr/>
        </p:nvSpPr>
        <p:spPr>
          <a:xfrm>
            <a:off x="2277629" y="1462533"/>
            <a:ext cx="279104" cy="17029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ABF1C1-C7F4-A95F-CF53-39EE33B73AA4}"/>
              </a:ext>
            </a:extLst>
          </p:cNvPr>
          <p:cNvSpPr txBox="1"/>
          <p:nvPr/>
        </p:nvSpPr>
        <p:spPr>
          <a:xfrm>
            <a:off x="485254" y="887877"/>
            <a:ext cx="30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1899F02-EC19-E69D-6C1E-E04262717C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3393" y="1339076"/>
            <a:ext cx="430088" cy="41863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25FB6EB-D46A-C73E-DAEB-25EF6B6724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8213" y="920822"/>
            <a:ext cx="312760" cy="37295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4309D7-A8A4-7101-D5D6-B734E94978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2066" y="921978"/>
            <a:ext cx="311287" cy="36731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784DBC1-9C3A-9BF4-7F38-FEC1F0A05944}"/>
              </a:ext>
            </a:extLst>
          </p:cNvPr>
          <p:cNvSpPr/>
          <p:nvPr/>
        </p:nvSpPr>
        <p:spPr>
          <a:xfrm>
            <a:off x="5017867" y="935923"/>
            <a:ext cx="1716632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Bug, Task, …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C9973-64D2-EA04-CCE8-4A431B60A7A1}"/>
              </a:ext>
            </a:extLst>
          </p:cNvPr>
          <p:cNvSpPr/>
          <p:nvPr/>
        </p:nvSpPr>
        <p:spPr>
          <a:xfrm>
            <a:off x="7775488" y="939934"/>
            <a:ext cx="1626568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blocked, testable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EB7EBA7-289F-E040-5598-3118B68A3EFC}"/>
              </a:ext>
            </a:extLst>
          </p:cNvPr>
          <p:cNvSpPr/>
          <p:nvPr/>
        </p:nvSpPr>
        <p:spPr>
          <a:xfrm>
            <a:off x="10805207" y="896595"/>
            <a:ext cx="857841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P2, P3, …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B25BEBF-7E13-F5EE-9175-FF20D59CC3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0107" y="1354137"/>
            <a:ext cx="255204" cy="41229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D166C53-1989-9628-0DF4-FBFC853225B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72312" y="1349542"/>
            <a:ext cx="289563" cy="42868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6762402-FE20-EEA8-C941-A7486D1D859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84852" y="904905"/>
            <a:ext cx="132242" cy="41229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04AC9AF-F216-5386-CDE7-0B11A7FD65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2980" y="1323339"/>
            <a:ext cx="373770" cy="420492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CF53294E-4326-29BA-C634-73F7522CFFB5}"/>
              </a:ext>
            </a:extLst>
          </p:cNvPr>
          <p:cNvSpPr/>
          <p:nvPr/>
        </p:nvSpPr>
        <p:spPr>
          <a:xfrm>
            <a:off x="5017867" y="1379809"/>
            <a:ext cx="1716632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Cows, Fun, 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E7A66DA-B854-21E5-03C3-094DF2164ED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65341" y="920822"/>
            <a:ext cx="323903" cy="317674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5045C5E9-5553-B393-67FE-09C15E4DA9B2}"/>
              </a:ext>
            </a:extLst>
          </p:cNvPr>
          <p:cNvSpPr/>
          <p:nvPr/>
        </p:nvSpPr>
        <p:spPr>
          <a:xfrm>
            <a:off x="7775487" y="1374335"/>
            <a:ext cx="1617226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Predecessor (43)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53F9523-0507-1A16-304E-E3658C185E2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85000" y="926150"/>
            <a:ext cx="155887" cy="36200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B83AEA6-3C44-DA5D-F305-AB98CD49286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52514" y="933855"/>
            <a:ext cx="224425" cy="34936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12F5074-E2CE-50C5-7F2D-A9F03BB619D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68348" y="1353547"/>
            <a:ext cx="225412" cy="35539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711892E-C30A-07DE-AB70-721DF2443DA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25466" y="940475"/>
            <a:ext cx="224424" cy="33335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A77B7F47-67B3-8583-0149-FC0D7FA1BEE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19903" y="935544"/>
            <a:ext cx="224424" cy="33335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FA7AC42-FE68-4E10-DCFE-B0CCB460657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19903" y="1362876"/>
            <a:ext cx="224424" cy="33335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18382DF-8FA9-1FC4-038A-486C493EE8B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53959" y="942487"/>
            <a:ext cx="224424" cy="333351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7D827F4-C80B-0640-B2E9-F5B8B45C235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53959" y="1369819"/>
            <a:ext cx="224424" cy="333351"/>
          </a:xfrm>
          <a:prstGeom prst="rect">
            <a:avLst/>
          </a:prstGeom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8327DE7-6E3B-4667-3134-1E4ABA1286B6}"/>
              </a:ext>
            </a:extLst>
          </p:cNvPr>
          <p:cNvCxnSpPr>
            <a:cxnSpLocks/>
          </p:cNvCxnSpPr>
          <p:nvPr/>
        </p:nvCxnSpPr>
        <p:spPr>
          <a:xfrm>
            <a:off x="4578131" y="828621"/>
            <a:ext cx="0" cy="996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D23E28E-6D76-DAD0-0983-92AAE95F78E5}"/>
              </a:ext>
            </a:extLst>
          </p:cNvPr>
          <p:cNvCxnSpPr>
            <a:cxnSpLocks/>
          </p:cNvCxnSpPr>
          <p:nvPr/>
        </p:nvCxnSpPr>
        <p:spPr>
          <a:xfrm>
            <a:off x="7301896" y="828621"/>
            <a:ext cx="0" cy="10105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Picture 70">
            <a:extLst>
              <a:ext uri="{FF2B5EF4-FFF2-40B4-BE49-F238E27FC236}">
                <a16:creationId xmlns:a16="http://schemas.microsoft.com/office/drawing/2014/main" id="{321D5B3B-4C2E-83D4-6271-8D6CA886A5D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83665" y="954552"/>
            <a:ext cx="224425" cy="349365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444457B-01DD-20D6-88A0-C51103877DDA}"/>
              </a:ext>
            </a:extLst>
          </p:cNvPr>
          <p:cNvCxnSpPr>
            <a:cxnSpLocks/>
          </p:cNvCxnSpPr>
          <p:nvPr/>
        </p:nvCxnSpPr>
        <p:spPr>
          <a:xfrm>
            <a:off x="10080895" y="821266"/>
            <a:ext cx="0" cy="10105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45DECC68-C498-BA13-1219-97BCC485A279}"/>
              </a:ext>
            </a:extLst>
          </p:cNvPr>
          <p:cNvSpPr/>
          <p:nvPr/>
        </p:nvSpPr>
        <p:spPr>
          <a:xfrm>
            <a:off x="10545482" y="1374334"/>
            <a:ext cx="1112728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Values in (…)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1D92958D-1BDC-A4D9-D5A6-E414A46E37A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691175" y="896595"/>
            <a:ext cx="224424" cy="33335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3B12A88F-B4AE-C1B0-E6B2-14F6EC8AC0A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691175" y="1385313"/>
            <a:ext cx="224424" cy="333351"/>
          </a:xfrm>
          <a:prstGeom prst="rect">
            <a:avLst/>
          </a:prstGeom>
        </p:spPr>
      </p:pic>
      <p:sp>
        <p:nvSpPr>
          <p:cNvPr id="82" name="Rectangle: Beveled 81">
            <a:extLst>
              <a:ext uri="{FF2B5EF4-FFF2-40B4-BE49-F238E27FC236}">
                <a16:creationId xmlns:a16="http://schemas.microsoft.com/office/drawing/2014/main" id="{377B78F0-48CB-A012-2B37-A0E0410D732D}"/>
              </a:ext>
            </a:extLst>
          </p:cNvPr>
          <p:cNvSpPr/>
          <p:nvPr/>
        </p:nvSpPr>
        <p:spPr>
          <a:xfrm>
            <a:off x="10080895" y="1900592"/>
            <a:ext cx="1900958" cy="275085"/>
          </a:xfrm>
          <a:prstGeom prst="bevel">
            <a:avLst>
              <a:gd name="adj" fmla="val 1129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11BED6DF-4162-B75D-9CDE-FAABDC97EA4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78100" y="1929168"/>
            <a:ext cx="706552" cy="219450"/>
          </a:xfrm>
          <a:prstGeom prst="rect">
            <a:avLst/>
          </a:prstGeom>
        </p:spPr>
      </p:pic>
      <p:sp>
        <p:nvSpPr>
          <p:cNvPr id="85" name="Rectangle: Beveled 84">
            <a:extLst>
              <a:ext uri="{FF2B5EF4-FFF2-40B4-BE49-F238E27FC236}">
                <a16:creationId xmlns:a16="http://schemas.microsoft.com/office/drawing/2014/main" id="{099BC12D-9C7C-7C05-5033-F1E04CC74341}"/>
              </a:ext>
            </a:extLst>
          </p:cNvPr>
          <p:cNvSpPr/>
          <p:nvPr/>
        </p:nvSpPr>
        <p:spPr>
          <a:xfrm>
            <a:off x="9161882" y="1909325"/>
            <a:ext cx="590632" cy="275085"/>
          </a:xfrm>
          <a:prstGeom prst="bevel">
            <a:avLst>
              <a:gd name="adj" fmla="val 1129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Picture 87">
            <a:hlinkClick r:id="rId21" action="ppaction://hlinksldjump"/>
            <a:extLst>
              <a:ext uri="{FF2B5EF4-FFF2-40B4-BE49-F238E27FC236}">
                <a16:creationId xmlns:a16="http://schemas.microsoft.com/office/drawing/2014/main" id="{9D5E8706-D20D-611E-655B-8559D0FBA5C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32378" y="1943346"/>
            <a:ext cx="249640" cy="220993"/>
          </a:xfrm>
          <a:prstGeom prst="rect">
            <a:avLst/>
          </a:prstGeom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659D89C-B90B-FD44-CAD7-D7B7D30C1C27}"/>
              </a:ext>
            </a:extLst>
          </p:cNvPr>
          <p:cNvGrpSpPr/>
          <p:nvPr/>
        </p:nvGrpSpPr>
        <p:grpSpPr>
          <a:xfrm>
            <a:off x="3533358" y="1782703"/>
            <a:ext cx="3445025" cy="461665"/>
            <a:chOff x="188438" y="1816036"/>
            <a:chExt cx="3445025" cy="461665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A515EBB-C097-93F0-FEBC-A66C0AF4C552}"/>
                </a:ext>
              </a:extLst>
            </p:cNvPr>
            <p:cNvSpPr txBox="1"/>
            <p:nvPr/>
          </p:nvSpPr>
          <p:spPr>
            <a:xfrm>
              <a:off x="1728608" y="1816036"/>
              <a:ext cx="3032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/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CBDCE7E-92D2-51FA-6552-7045BB974B72}"/>
                </a:ext>
              </a:extLst>
            </p:cNvPr>
            <p:cNvGrpSpPr/>
            <p:nvPr/>
          </p:nvGrpSpPr>
          <p:grpSpPr>
            <a:xfrm>
              <a:off x="188438" y="1899727"/>
              <a:ext cx="3445025" cy="294283"/>
              <a:chOff x="3739085" y="1881394"/>
              <a:chExt cx="3445025" cy="294283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79E8B71C-6FDA-01A8-251A-7B8AB0BF86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39085" y="1881394"/>
                <a:ext cx="590632" cy="294283"/>
              </a:xfrm>
              <a:prstGeom prst="rect">
                <a:avLst/>
              </a:prstGeom>
            </p:spPr>
          </p:pic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5A8AE3BF-4138-6AAC-651B-92ADF13B82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 flipH="1">
                <a:off x="6593478" y="1881394"/>
                <a:ext cx="590632" cy="294283"/>
              </a:xfrm>
              <a:prstGeom prst="rect">
                <a:avLst/>
              </a:prstGeom>
            </p:spPr>
          </p:pic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B7E4FDDA-095C-63AF-5AB7-4D28636F9E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29717" y="1881394"/>
                <a:ext cx="431255" cy="294283"/>
              </a:xfrm>
              <a:prstGeom prst="rect">
                <a:avLst/>
              </a:prstGeom>
            </p:spPr>
          </p:pic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09F46E87-86EF-C2F8-1491-C33622CCC9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 flipH="1">
                <a:off x="6130606" y="1881394"/>
                <a:ext cx="431255" cy="294283"/>
              </a:xfrm>
              <a:prstGeom prst="rect">
                <a:avLst/>
              </a:prstGeom>
            </p:spPr>
          </p:pic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2D37B30A-B339-72EB-B041-E81C3313DE25}"/>
                  </a:ext>
                </a:extLst>
              </p:cNvPr>
              <p:cNvSpPr/>
              <p:nvPr/>
            </p:nvSpPr>
            <p:spPr>
              <a:xfrm>
                <a:off x="5601395" y="1918744"/>
                <a:ext cx="447725" cy="2195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0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7</a:t>
                </a: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4C542A5C-21E1-9FF3-4295-23E53EDAA827}"/>
                  </a:ext>
                </a:extLst>
              </p:cNvPr>
              <p:cNvSpPr/>
              <p:nvPr/>
            </p:nvSpPr>
            <p:spPr>
              <a:xfrm>
                <a:off x="4850382" y="1918744"/>
                <a:ext cx="447725" cy="2195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0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1</a:t>
                </a:r>
              </a:p>
            </p:txBody>
          </p:sp>
        </p:grpSp>
      </p:grpSp>
      <p:pic>
        <p:nvPicPr>
          <p:cNvPr id="103" name="Picture 102">
            <a:extLst>
              <a:ext uri="{FF2B5EF4-FFF2-40B4-BE49-F238E27FC236}">
                <a16:creationId xmlns:a16="http://schemas.microsoft.com/office/drawing/2014/main" id="{733D78E7-6B62-BEFC-2F82-3E008C48999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22816" y="1898213"/>
            <a:ext cx="363581" cy="297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95CEAF-6377-908A-FC05-02E9D34F4BD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10147" y="1927828"/>
            <a:ext cx="269502" cy="2676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ABE725-2323-7500-C94A-FEC3932335B5}"/>
              </a:ext>
            </a:extLst>
          </p:cNvPr>
          <p:cNvSpPr txBox="1"/>
          <p:nvPr/>
        </p:nvSpPr>
        <p:spPr>
          <a:xfrm>
            <a:off x="431961" y="1831852"/>
            <a:ext cx="30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BBA617-AA78-EECC-B2C5-D7B2A472DC3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8959" y="1944016"/>
            <a:ext cx="226785" cy="2276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650A0C-AA30-2032-5EBD-2BCB6904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>
            <a:hlinkClick r:id="rId28" action="ppaction://hlinksldjump"/>
            <a:extLst>
              <a:ext uri="{FF2B5EF4-FFF2-40B4-BE49-F238E27FC236}">
                <a16:creationId xmlns:a16="http://schemas.microsoft.com/office/drawing/2014/main" id="{58E64CAC-15FE-C866-4A08-D06ADA0CF33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8101" y="1881668"/>
            <a:ext cx="235431" cy="32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419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D254-BEDA-A495-7370-2AEE63C8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View: Reporting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9875A6-C3C9-57AF-A99A-E7980604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1395B1-8890-E62B-E53D-7BE4C166D23F}"/>
              </a:ext>
            </a:extLst>
          </p:cNvPr>
          <p:cNvSpPr/>
          <p:nvPr/>
        </p:nvSpPr>
        <p:spPr>
          <a:xfrm>
            <a:off x="307324" y="787396"/>
            <a:ext cx="11003004" cy="3974849"/>
          </a:xfrm>
          <a:prstGeom prst="rect">
            <a:avLst/>
          </a:prstGeom>
          <a:noFill/>
          <a:ln w="31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478E8B-D31D-D321-D82F-404E0F03CC74}"/>
              </a:ext>
            </a:extLst>
          </p:cNvPr>
          <p:cNvGrpSpPr/>
          <p:nvPr/>
        </p:nvGrpSpPr>
        <p:grpSpPr>
          <a:xfrm>
            <a:off x="11126223" y="1116918"/>
            <a:ext cx="184106" cy="3645326"/>
            <a:chOff x="11624052" y="2681831"/>
            <a:chExt cx="220189" cy="146178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C475AD-8CF5-4472-D2DB-FE65E369F7AA}"/>
                </a:ext>
              </a:extLst>
            </p:cNvPr>
            <p:cNvSpPr/>
            <p:nvPr/>
          </p:nvSpPr>
          <p:spPr>
            <a:xfrm>
              <a:off x="11631174" y="2681831"/>
              <a:ext cx="195312" cy="14617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38CF301-1DC0-7000-2A5B-3C90ACE1FAFD}"/>
                </a:ext>
              </a:extLst>
            </p:cNvPr>
            <p:cNvSpPr/>
            <p:nvPr/>
          </p:nvSpPr>
          <p:spPr>
            <a:xfrm>
              <a:off x="11631173" y="2839522"/>
              <a:ext cx="213068" cy="176757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D2E72317-D90B-6C81-39CB-6C7BC45E8F46}"/>
                </a:ext>
              </a:extLst>
            </p:cNvPr>
            <p:cNvSpPr/>
            <p:nvPr/>
          </p:nvSpPr>
          <p:spPr>
            <a:xfrm>
              <a:off x="11628532" y="2689080"/>
              <a:ext cx="213068" cy="10473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929184B6-EA70-780F-B3D3-B41543F101AC}"/>
                </a:ext>
              </a:extLst>
            </p:cNvPr>
            <p:cNvSpPr/>
            <p:nvPr/>
          </p:nvSpPr>
          <p:spPr>
            <a:xfrm flipV="1">
              <a:off x="11624052" y="4038880"/>
              <a:ext cx="213068" cy="10473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EF07511-CC56-D8F6-C185-BA518F7BE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94" y="816415"/>
            <a:ext cx="244699" cy="25557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D94732C-A742-93CD-A1C5-C66A936E2764}"/>
              </a:ext>
            </a:extLst>
          </p:cNvPr>
          <p:cNvSpPr/>
          <p:nvPr/>
        </p:nvSpPr>
        <p:spPr>
          <a:xfrm>
            <a:off x="753762" y="813151"/>
            <a:ext cx="4689679" cy="2178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Report Type</a:t>
            </a:r>
          </a:p>
        </p:txBody>
      </p:sp>
      <p:sp>
        <p:nvSpPr>
          <p:cNvPr id="17" name="Rectangle 16">
            <a:hlinkClick r:id="rId3" action="ppaction://hlinksldjump"/>
            <a:extLst>
              <a:ext uri="{FF2B5EF4-FFF2-40B4-BE49-F238E27FC236}">
                <a16:creationId xmlns:a16="http://schemas.microsoft.com/office/drawing/2014/main" id="{A991FCF9-9E19-7521-D2AE-B77616A1C0FB}"/>
              </a:ext>
            </a:extLst>
          </p:cNvPr>
          <p:cNvSpPr/>
          <p:nvPr/>
        </p:nvSpPr>
        <p:spPr>
          <a:xfrm>
            <a:off x="5489964" y="819288"/>
            <a:ext cx="5783836" cy="2178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Report Name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58988A-B157-2744-FE54-D7DECC02C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1345" y="816864"/>
            <a:ext cx="93813" cy="217853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F4D79D3-8793-24C0-3FCE-09F7FFF62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382" y="813151"/>
            <a:ext cx="135060" cy="210249"/>
          </a:xfrm>
          <a:prstGeom prst="rect">
            <a:avLst/>
          </a:prstGeom>
          <a:solidFill>
            <a:srgbClr val="FFFF00"/>
          </a:solidFill>
        </p:spPr>
      </p:pic>
    </p:spTree>
    <p:extLst>
      <p:ext uri="{BB962C8B-B14F-4D97-AF65-F5344CB8AC3E}">
        <p14:creationId xmlns:p14="http://schemas.microsoft.com/office/powerpoint/2010/main" val="3263746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3075AD-1423-3D51-773E-753135D6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A3A8AA-0770-8F07-441E-B0C038E51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Panels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BD10B0-4E84-CBC6-213F-7F009A13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3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5384BAD-65E8-5714-EDE5-46D7A596D289}"/>
              </a:ext>
            </a:extLst>
          </p:cNvPr>
          <p:cNvSpPr/>
          <p:nvPr/>
        </p:nvSpPr>
        <p:spPr>
          <a:xfrm>
            <a:off x="257750" y="4230168"/>
            <a:ext cx="496318" cy="4204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4530D-33EC-B1CC-6A31-416CF56C6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Panel: History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49E3AB-69ED-6783-F3C5-71FF9ADD7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25" y="4718852"/>
            <a:ext cx="255204" cy="4122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7BBF17-E892-6549-BD3B-6237FA9B2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18" y="6152082"/>
            <a:ext cx="204816" cy="428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0BE18E7-7B3A-8F47-ACC3-799AADB54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63" y="4241076"/>
            <a:ext cx="224071" cy="3935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16E0AC0-7705-8599-6A1D-0FC255356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187" y="5168778"/>
            <a:ext cx="132242" cy="4122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E92054C-C7CC-C5EB-F9C4-439CA1DA82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684" y="5656333"/>
            <a:ext cx="373770" cy="42049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90A9BE8-21B7-7E6F-DD7D-0A53CB43C4C9}"/>
              </a:ext>
            </a:extLst>
          </p:cNvPr>
          <p:cNvSpPr/>
          <p:nvPr/>
        </p:nvSpPr>
        <p:spPr>
          <a:xfrm>
            <a:off x="257750" y="853031"/>
            <a:ext cx="11693925" cy="5815689"/>
          </a:xfrm>
          <a:prstGeom prst="rect">
            <a:avLst/>
          </a:prstGeom>
          <a:noFill/>
          <a:ln w="31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E76BE13-9994-61FE-BC87-79B5A14382A5}"/>
              </a:ext>
            </a:extLst>
          </p:cNvPr>
          <p:cNvGrpSpPr/>
          <p:nvPr/>
        </p:nvGrpSpPr>
        <p:grpSpPr>
          <a:xfrm>
            <a:off x="11618965" y="4528043"/>
            <a:ext cx="221982" cy="2045588"/>
            <a:chOff x="8503666" y="1448312"/>
            <a:chExt cx="316131" cy="204558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F0D402E-125C-98F9-D0A6-826F4BECBC9A}"/>
                </a:ext>
              </a:extLst>
            </p:cNvPr>
            <p:cNvSpPr/>
            <p:nvPr/>
          </p:nvSpPr>
          <p:spPr>
            <a:xfrm>
              <a:off x="8503666" y="1448312"/>
              <a:ext cx="316131" cy="20455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875454E-FFD2-B5E9-DC9B-F9E1A55AF429}"/>
                </a:ext>
              </a:extLst>
            </p:cNvPr>
            <p:cNvSpPr/>
            <p:nvPr/>
          </p:nvSpPr>
          <p:spPr>
            <a:xfrm>
              <a:off x="8521217" y="1859228"/>
              <a:ext cx="287392" cy="247349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16113C2D-1933-4ED2-30C9-1C57EE51094E}"/>
                </a:ext>
              </a:extLst>
            </p:cNvPr>
            <p:cNvSpPr/>
            <p:nvPr/>
          </p:nvSpPr>
          <p:spPr>
            <a:xfrm>
              <a:off x="8523898" y="1458456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886D22C6-14E4-6E06-D444-D209DBB91805}"/>
                </a:ext>
              </a:extLst>
            </p:cNvPr>
            <p:cNvSpPr/>
            <p:nvPr/>
          </p:nvSpPr>
          <p:spPr>
            <a:xfrm flipV="1">
              <a:off x="8518035" y="3347332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0DE0C83-93D8-C7CC-B0B9-C024C2346619}"/>
                </a:ext>
              </a:extLst>
            </p:cNvPr>
            <p:cNvCxnSpPr>
              <a:cxnSpLocks/>
            </p:cNvCxnSpPr>
            <p:nvPr/>
          </p:nvCxnSpPr>
          <p:spPr>
            <a:xfrm>
              <a:off x="8503666" y="1647983"/>
              <a:ext cx="31613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5BBFC0A-EC6B-216C-CFA9-271E85AC3757}"/>
                </a:ext>
              </a:extLst>
            </p:cNvPr>
            <p:cNvCxnSpPr>
              <a:cxnSpLocks/>
            </p:cNvCxnSpPr>
            <p:nvPr/>
          </p:nvCxnSpPr>
          <p:spPr>
            <a:xfrm>
              <a:off x="8524172" y="3297789"/>
              <a:ext cx="28739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0BEB935A-9849-0D29-CD58-C42ABA57EFBF}"/>
              </a:ext>
            </a:extLst>
          </p:cNvPr>
          <p:cNvSpPr/>
          <p:nvPr/>
        </p:nvSpPr>
        <p:spPr>
          <a:xfrm>
            <a:off x="754066" y="4227735"/>
            <a:ext cx="11089588" cy="288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hlinkClick r:id="rId7" action="ppaction://hlinksldjump"/>
            <a:extLst>
              <a:ext uri="{FF2B5EF4-FFF2-40B4-BE49-F238E27FC236}">
                <a16:creationId xmlns:a16="http://schemas.microsoft.com/office/drawing/2014/main" id="{D679A37B-284F-D5AE-0B5A-83685F9FC2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798972" y="4238460"/>
            <a:ext cx="257476" cy="25590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EA97B8EB-B1A9-D57B-90CA-58446CAE506D}"/>
              </a:ext>
            </a:extLst>
          </p:cNvPr>
          <p:cNvSpPr/>
          <p:nvPr/>
        </p:nvSpPr>
        <p:spPr>
          <a:xfrm>
            <a:off x="1150061" y="4277428"/>
            <a:ext cx="1406855" cy="1761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16CB48D-8C3E-5759-AD21-6FB71AAA1504}"/>
              </a:ext>
            </a:extLst>
          </p:cNvPr>
          <p:cNvSpPr/>
          <p:nvPr/>
        </p:nvSpPr>
        <p:spPr>
          <a:xfrm>
            <a:off x="2606152" y="4277428"/>
            <a:ext cx="2030598" cy="1761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E4E912-25CF-05D0-7D51-018627941E35}"/>
              </a:ext>
            </a:extLst>
          </p:cNvPr>
          <p:cNvSpPr/>
          <p:nvPr/>
        </p:nvSpPr>
        <p:spPr>
          <a:xfrm>
            <a:off x="4685985" y="4279434"/>
            <a:ext cx="6614851" cy="1741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Text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B4DDE5D-E7DF-6348-658C-5D60B8AB69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3876" y="4294115"/>
            <a:ext cx="130239" cy="146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CACF77-CE6C-6CA6-4A7E-C49DAE9A4C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1957" y="4303623"/>
            <a:ext cx="224959" cy="1693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5E22DB1-4768-66BF-8476-B2EA5DC9E6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8389" y="4282431"/>
            <a:ext cx="130239" cy="146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127B973-90F6-4DCB-096D-FB1DD51550A4}"/>
              </a:ext>
            </a:extLst>
          </p:cNvPr>
          <p:cNvSpPr/>
          <p:nvPr/>
        </p:nvSpPr>
        <p:spPr>
          <a:xfrm>
            <a:off x="754067" y="4222196"/>
            <a:ext cx="11089589" cy="2368848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20914C6-0C7B-5AF4-D189-E2B2EB73FF35}"/>
              </a:ext>
            </a:extLst>
          </p:cNvPr>
          <p:cNvSpPr/>
          <p:nvPr/>
        </p:nvSpPr>
        <p:spPr>
          <a:xfrm>
            <a:off x="1184835" y="4565863"/>
            <a:ext cx="1372081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2026-01-01 19:31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77A752E-A3DF-9B59-65AA-1E0E0A20FDA3}"/>
              </a:ext>
            </a:extLst>
          </p:cNvPr>
          <p:cNvSpPr/>
          <p:nvPr/>
        </p:nvSpPr>
        <p:spPr>
          <a:xfrm>
            <a:off x="2593158" y="4565863"/>
            <a:ext cx="2043592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spookdejur@hotmail.com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0B03D7E-F11D-D560-BB2C-FD4223558AF5}"/>
              </a:ext>
            </a:extLst>
          </p:cNvPr>
          <p:cNvSpPr/>
          <p:nvPr/>
        </p:nvSpPr>
        <p:spPr>
          <a:xfrm>
            <a:off x="4672992" y="4565863"/>
            <a:ext cx="6909257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Moo Cows are Fun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093AEFA-C015-98AC-EF2A-9F614398BED2}"/>
              </a:ext>
            </a:extLst>
          </p:cNvPr>
          <p:cNvSpPr/>
          <p:nvPr/>
        </p:nvSpPr>
        <p:spPr>
          <a:xfrm>
            <a:off x="1184835" y="6198732"/>
            <a:ext cx="1372081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9A074E9-45A4-9D66-BA38-4C607E7AEA18}"/>
              </a:ext>
            </a:extLst>
          </p:cNvPr>
          <p:cNvSpPr/>
          <p:nvPr/>
        </p:nvSpPr>
        <p:spPr>
          <a:xfrm>
            <a:off x="2593158" y="6198732"/>
            <a:ext cx="2043592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Who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018F5EC-1780-15BD-9676-E8E52F47BB6B}"/>
              </a:ext>
            </a:extLst>
          </p:cNvPr>
          <p:cNvSpPr/>
          <p:nvPr/>
        </p:nvSpPr>
        <p:spPr>
          <a:xfrm>
            <a:off x="4672992" y="6198732"/>
            <a:ext cx="6909257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Text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A3FE1CD-124F-CED7-CF4C-10EA08A02810}"/>
              </a:ext>
            </a:extLst>
          </p:cNvPr>
          <p:cNvSpPr/>
          <p:nvPr/>
        </p:nvSpPr>
        <p:spPr>
          <a:xfrm>
            <a:off x="1184835" y="4957146"/>
            <a:ext cx="1372081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3CA9492-8B7B-FC9D-C4C5-734EA7B25F53}"/>
              </a:ext>
            </a:extLst>
          </p:cNvPr>
          <p:cNvSpPr/>
          <p:nvPr/>
        </p:nvSpPr>
        <p:spPr>
          <a:xfrm>
            <a:off x="2593158" y="4957146"/>
            <a:ext cx="2043592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Who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7433F92-5F55-C80F-E039-BAF59D238371}"/>
              </a:ext>
            </a:extLst>
          </p:cNvPr>
          <p:cNvSpPr/>
          <p:nvPr/>
        </p:nvSpPr>
        <p:spPr>
          <a:xfrm>
            <a:off x="4672992" y="4957146"/>
            <a:ext cx="6909257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Text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FE76BE-9126-2E97-A894-32CA3B760ED5}"/>
              </a:ext>
            </a:extLst>
          </p:cNvPr>
          <p:cNvSpPr/>
          <p:nvPr/>
        </p:nvSpPr>
        <p:spPr>
          <a:xfrm>
            <a:off x="1184835" y="5790514"/>
            <a:ext cx="1372081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Date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ACC219E-DD99-29A5-5C52-D31ACBFBFE4C}"/>
              </a:ext>
            </a:extLst>
          </p:cNvPr>
          <p:cNvSpPr/>
          <p:nvPr/>
        </p:nvSpPr>
        <p:spPr>
          <a:xfrm>
            <a:off x="2593158" y="5790514"/>
            <a:ext cx="2043592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Who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17D4DB2-A966-277A-C309-4E2103A422F6}"/>
              </a:ext>
            </a:extLst>
          </p:cNvPr>
          <p:cNvSpPr/>
          <p:nvPr/>
        </p:nvSpPr>
        <p:spPr>
          <a:xfrm>
            <a:off x="4672992" y="5790514"/>
            <a:ext cx="6909257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Text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19A457D-BFDB-6385-D10A-E88450B69A0C}"/>
              </a:ext>
            </a:extLst>
          </p:cNvPr>
          <p:cNvSpPr/>
          <p:nvPr/>
        </p:nvSpPr>
        <p:spPr>
          <a:xfrm>
            <a:off x="1184835" y="5348429"/>
            <a:ext cx="1372081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D1440B8-73EF-1127-47F2-D890DC3A80FD}"/>
              </a:ext>
            </a:extLst>
          </p:cNvPr>
          <p:cNvSpPr/>
          <p:nvPr/>
        </p:nvSpPr>
        <p:spPr>
          <a:xfrm>
            <a:off x="2593158" y="5348429"/>
            <a:ext cx="2043592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Who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96877F5-5662-7773-00F5-8AC6F597E75C}"/>
              </a:ext>
            </a:extLst>
          </p:cNvPr>
          <p:cNvSpPr/>
          <p:nvPr/>
        </p:nvSpPr>
        <p:spPr>
          <a:xfrm>
            <a:off x="4672992" y="5348429"/>
            <a:ext cx="6909257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Text</a:t>
            </a:r>
          </a:p>
        </p:txBody>
      </p:sp>
      <p:pic>
        <p:nvPicPr>
          <p:cNvPr id="83" name="Picture 82">
            <a:hlinkClick r:id="rId7" action="ppaction://hlinksldjump"/>
            <a:extLst>
              <a:ext uri="{FF2B5EF4-FFF2-40B4-BE49-F238E27FC236}">
                <a16:creationId xmlns:a16="http://schemas.microsoft.com/office/drawing/2014/main" id="{9099455A-EA27-968A-C339-9983D2AADD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911" y="4613930"/>
            <a:ext cx="269164" cy="25258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D397FC8-A6BD-330A-A6F6-575CAF4BFF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911" y="4994028"/>
            <a:ext cx="269164" cy="25258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9DDCAF30-51C3-8B4C-3CCB-67123A7A1A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911" y="5406620"/>
            <a:ext cx="269164" cy="252580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FE1DD0D-5502-50A5-D37F-88DC5E9A22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911" y="5840391"/>
            <a:ext cx="269164" cy="25258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BB2F7F11-980B-C21C-82ED-1CB47F608A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911" y="6247478"/>
            <a:ext cx="269164" cy="2525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37920E-1462-5016-C491-605FAE3D2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hlinkClick r:id="rId12" action="ppaction://hlinksldjump"/>
            <a:extLst>
              <a:ext uri="{FF2B5EF4-FFF2-40B4-BE49-F238E27FC236}">
                <a16:creationId xmlns:a16="http://schemas.microsoft.com/office/drawing/2014/main" id="{43BE40F4-27B7-0D51-60ED-C151BF181C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2416" y="4247136"/>
            <a:ext cx="286211" cy="2533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807029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2BFBAFC-0EDA-83B0-B1B5-3AF89F66DE0E}"/>
              </a:ext>
            </a:extLst>
          </p:cNvPr>
          <p:cNvSpPr/>
          <p:nvPr/>
        </p:nvSpPr>
        <p:spPr>
          <a:xfrm>
            <a:off x="257750" y="4714986"/>
            <a:ext cx="496318" cy="4204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23374-D14D-7961-6241-8B7B0B87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Panel: Tags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800C4B-54B7-DCAA-F535-F7E912B413C9}"/>
              </a:ext>
            </a:extLst>
          </p:cNvPr>
          <p:cNvSpPr/>
          <p:nvPr/>
        </p:nvSpPr>
        <p:spPr>
          <a:xfrm>
            <a:off x="754067" y="4222196"/>
            <a:ext cx="11089589" cy="236884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7612AB-A5C9-2458-CDE2-BA2132519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25" y="4718852"/>
            <a:ext cx="255204" cy="4122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31C7CD-BC68-FC16-7BA4-BB4C886AE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18" y="6152082"/>
            <a:ext cx="204816" cy="428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4F34D15-6B23-3B51-F2A3-1F6B45989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63" y="4241076"/>
            <a:ext cx="224071" cy="3935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50DCE05-D3FD-0015-680C-D2DAD04DB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187" y="5168778"/>
            <a:ext cx="132242" cy="4122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7D6F511-B715-828C-5105-D04DD181BE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684" y="5656333"/>
            <a:ext cx="373770" cy="42049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457A0EB-3DE9-E323-EA3C-2D41F8C2C818}"/>
              </a:ext>
            </a:extLst>
          </p:cNvPr>
          <p:cNvSpPr/>
          <p:nvPr/>
        </p:nvSpPr>
        <p:spPr>
          <a:xfrm>
            <a:off x="257750" y="853031"/>
            <a:ext cx="11693925" cy="5815689"/>
          </a:xfrm>
          <a:prstGeom prst="rect">
            <a:avLst/>
          </a:prstGeom>
          <a:noFill/>
          <a:ln w="31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CB1CC55-9EBD-700B-407E-BE0036309E70}"/>
              </a:ext>
            </a:extLst>
          </p:cNvPr>
          <p:cNvGrpSpPr/>
          <p:nvPr/>
        </p:nvGrpSpPr>
        <p:grpSpPr>
          <a:xfrm>
            <a:off x="11618965" y="4528043"/>
            <a:ext cx="221982" cy="2045588"/>
            <a:chOff x="8503666" y="1448312"/>
            <a:chExt cx="316131" cy="204558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F00FB06-D9D7-0FDE-F4A5-2D0AA438105D}"/>
                </a:ext>
              </a:extLst>
            </p:cNvPr>
            <p:cNvSpPr/>
            <p:nvPr/>
          </p:nvSpPr>
          <p:spPr>
            <a:xfrm>
              <a:off x="8503666" y="1448312"/>
              <a:ext cx="316131" cy="20455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090B76C-AF4A-93E4-D074-07FBCE2BB7EB}"/>
                </a:ext>
              </a:extLst>
            </p:cNvPr>
            <p:cNvSpPr/>
            <p:nvPr/>
          </p:nvSpPr>
          <p:spPr>
            <a:xfrm>
              <a:off x="8521217" y="1859228"/>
              <a:ext cx="287392" cy="247349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C83C3F3C-BEAE-9D52-C1D9-8942BCC891AF}"/>
                </a:ext>
              </a:extLst>
            </p:cNvPr>
            <p:cNvSpPr/>
            <p:nvPr/>
          </p:nvSpPr>
          <p:spPr>
            <a:xfrm>
              <a:off x="8523898" y="1458456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2FA86706-8844-1199-6C23-55D98EE6D63B}"/>
                </a:ext>
              </a:extLst>
            </p:cNvPr>
            <p:cNvSpPr/>
            <p:nvPr/>
          </p:nvSpPr>
          <p:spPr>
            <a:xfrm flipV="1">
              <a:off x="8518035" y="3347332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70596C9-8925-9F71-8F80-6B844BACEA9F}"/>
                </a:ext>
              </a:extLst>
            </p:cNvPr>
            <p:cNvCxnSpPr>
              <a:cxnSpLocks/>
            </p:cNvCxnSpPr>
            <p:nvPr/>
          </p:nvCxnSpPr>
          <p:spPr>
            <a:xfrm>
              <a:off x="8503666" y="1647983"/>
              <a:ext cx="31613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9161B6B-085D-A913-4150-86B0B3314D22}"/>
                </a:ext>
              </a:extLst>
            </p:cNvPr>
            <p:cNvCxnSpPr>
              <a:cxnSpLocks/>
            </p:cNvCxnSpPr>
            <p:nvPr/>
          </p:nvCxnSpPr>
          <p:spPr>
            <a:xfrm>
              <a:off x="8524172" y="3297789"/>
              <a:ext cx="28739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8F077066-D2D9-EF35-299C-69315FC80C5B}"/>
              </a:ext>
            </a:extLst>
          </p:cNvPr>
          <p:cNvSpPr/>
          <p:nvPr/>
        </p:nvSpPr>
        <p:spPr>
          <a:xfrm>
            <a:off x="751359" y="4222196"/>
            <a:ext cx="11089588" cy="288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hlinkClick r:id="rId7" action="ppaction://hlinksldjump"/>
            <a:extLst>
              <a:ext uri="{FF2B5EF4-FFF2-40B4-BE49-F238E27FC236}">
                <a16:creationId xmlns:a16="http://schemas.microsoft.com/office/drawing/2014/main" id="{3DFA1851-3819-0351-D028-DA79009251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798972" y="4238460"/>
            <a:ext cx="257476" cy="255906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D5D426B-541F-6AB4-07E7-AEBC9F962A24}"/>
              </a:ext>
            </a:extLst>
          </p:cNvPr>
          <p:cNvSpPr/>
          <p:nvPr/>
        </p:nvSpPr>
        <p:spPr>
          <a:xfrm>
            <a:off x="3497062" y="4583496"/>
            <a:ext cx="863746" cy="288435"/>
          </a:xfrm>
          <a:prstGeom prst="round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Moo</a:t>
            </a:r>
          </a:p>
        </p:txBody>
      </p:sp>
      <p:sp>
        <p:nvSpPr>
          <p:cNvPr id="44" name="Rectangle: Rounded Corners 43">
            <a:hlinkClick r:id="rId7" action="ppaction://hlinksldjump"/>
            <a:extLst>
              <a:ext uri="{FF2B5EF4-FFF2-40B4-BE49-F238E27FC236}">
                <a16:creationId xmlns:a16="http://schemas.microsoft.com/office/drawing/2014/main" id="{5D0765CC-DB6E-E6A7-25AA-776D06B99114}"/>
              </a:ext>
            </a:extLst>
          </p:cNvPr>
          <p:cNvSpPr/>
          <p:nvPr/>
        </p:nvSpPr>
        <p:spPr>
          <a:xfrm>
            <a:off x="861112" y="4570768"/>
            <a:ext cx="863746" cy="288435"/>
          </a:xfrm>
          <a:prstGeom prst="round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Cows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C6CE027-97F7-FDED-25A8-72BA6D537F30}"/>
              </a:ext>
            </a:extLst>
          </p:cNvPr>
          <p:cNvSpPr/>
          <p:nvPr/>
        </p:nvSpPr>
        <p:spPr>
          <a:xfrm>
            <a:off x="1796396" y="4570767"/>
            <a:ext cx="1607053" cy="288435"/>
          </a:xfrm>
          <a:prstGeom prst="round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Monumental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34E8ABC-B827-E395-CDCB-23749B620B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2902" y="4605474"/>
            <a:ext cx="219020" cy="21902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5CB0562-99FA-1CA4-03CF-AAA4A140E5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0500" y="4605474"/>
            <a:ext cx="219020" cy="21902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4AEB57A-863C-01D6-DB81-265AF4B367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3763" y="4597605"/>
            <a:ext cx="219020" cy="2190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9F14E2-276C-2275-77DC-2D3B4D6C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95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59109FD-D6DB-9ABF-EB9B-92F499E25B71}"/>
              </a:ext>
            </a:extLst>
          </p:cNvPr>
          <p:cNvSpPr/>
          <p:nvPr/>
        </p:nvSpPr>
        <p:spPr>
          <a:xfrm>
            <a:off x="257750" y="5169124"/>
            <a:ext cx="496318" cy="4204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188754-8F77-7F42-02DF-3C7BAEB2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Panel: Attachments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65E6D5-711D-17D5-AE7F-3C04727407EE}"/>
              </a:ext>
            </a:extLst>
          </p:cNvPr>
          <p:cNvSpPr/>
          <p:nvPr/>
        </p:nvSpPr>
        <p:spPr>
          <a:xfrm>
            <a:off x="754067" y="4222196"/>
            <a:ext cx="11089589" cy="236884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6389F40-FB22-1D36-5197-34738A9FD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25" y="4718852"/>
            <a:ext cx="255204" cy="4122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26FBE8-44DD-6438-8113-6DD6E66A7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18" y="6152082"/>
            <a:ext cx="204816" cy="428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000794-0296-F952-5030-24D7582DF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63" y="4259487"/>
            <a:ext cx="224071" cy="3935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D7A5E6C-E6C4-2FBD-49FD-C3333987EA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187" y="5181052"/>
            <a:ext cx="132242" cy="4122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CD71648-D193-F4E2-9F4F-BEC5DE172C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684" y="5656333"/>
            <a:ext cx="373770" cy="42049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33CF2CB-079D-D8C7-CD6F-0293E533803A}"/>
              </a:ext>
            </a:extLst>
          </p:cNvPr>
          <p:cNvSpPr/>
          <p:nvPr/>
        </p:nvSpPr>
        <p:spPr>
          <a:xfrm>
            <a:off x="249037" y="836176"/>
            <a:ext cx="11693925" cy="5815689"/>
          </a:xfrm>
          <a:prstGeom prst="rect">
            <a:avLst/>
          </a:prstGeom>
          <a:noFill/>
          <a:ln w="31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6FF7595-A19B-17D7-88E8-047A1EC90E6E}"/>
              </a:ext>
            </a:extLst>
          </p:cNvPr>
          <p:cNvGrpSpPr/>
          <p:nvPr/>
        </p:nvGrpSpPr>
        <p:grpSpPr>
          <a:xfrm>
            <a:off x="11618965" y="4528043"/>
            <a:ext cx="221982" cy="2045588"/>
            <a:chOff x="8503666" y="1448312"/>
            <a:chExt cx="316131" cy="204558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51FCAE8-029A-A999-737A-81A1519493A6}"/>
                </a:ext>
              </a:extLst>
            </p:cNvPr>
            <p:cNvSpPr/>
            <p:nvPr/>
          </p:nvSpPr>
          <p:spPr>
            <a:xfrm>
              <a:off x="8503666" y="1448312"/>
              <a:ext cx="316131" cy="20455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8BDB34B-78E7-FEC6-8DBD-42E9E58D884B}"/>
                </a:ext>
              </a:extLst>
            </p:cNvPr>
            <p:cNvSpPr/>
            <p:nvPr/>
          </p:nvSpPr>
          <p:spPr>
            <a:xfrm>
              <a:off x="8521217" y="1859228"/>
              <a:ext cx="287392" cy="247349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BDD13DB5-0EB7-A031-8A5F-19801288D21C}"/>
                </a:ext>
              </a:extLst>
            </p:cNvPr>
            <p:cNvSpPr/>
            <p:nvPr/>
          </p:nvSpPr>
          <p:spPr>
            <a:xfrm>
              <a:off x="8523898" y="1458456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AED3B653-B73E-EDDC-BD53-77BB00755510}"/>
                </a:ext>
              </a:extLst>
            </p:cNvPr>
            <p:cNvSpPr/>
            <p:nvPr/>
          </p:nvSpPr>
          <p:spPr>
            <a:xfrm flipV="1">
              <a:off x="8518035" y="3347332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0ACB76B-69C4-118B-D304-6FDCC4943487}"/>
                </a:ext>
              </a:extLst>
            </p:cNvPr>
            <p:cNvCxnSpPr>
              <a:cxnSpLocks/>
            </p:cNvCxnSpPr>
            <p:nvPr/>
          </p:nvCxnSpPr>
          <p:spPr>
            <a:xfrm>
              <a:off x="8503666" y="1647983"/>
              <a:ext cx="31613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6BF27A1-B726-5730-0187-C2D928BB7F10}"/>
                </a:ext>
              </a:extLst>
            </p:cNvPr>
            <p:cNvCxnSpPr>
              <a:cxnSpLocks/>
            </p:cNvCxnSpPr>
            <p:nvPr/>
          </p:nvCxnSpPr>
          <p:spPr>
            <a:xfrm>
              <a:off x="8524172" y="3297789"/>
              <a:ext cx="28739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35188D30-ABC2-893F-E7AC-9644930ED8CF}"/>
              </a:ext>
            </a:extLst>
          </p:cNvPr>
          <p:cNvSpPr/>
          <p:nvPr/>
        </p:nvSpPr>
        <p:spPr>
          <a:xfrm>
            <a:off x="751359" y="4222196"/>
            <a:ext cx="11089588" cy="288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2525004-768E-7790-09B1-F807453361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798972" y="4238460"/>
            <a:ext cx="257476" cy="25590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9567E37-598E-0912-CF37-4B2A119A205F}"/>
              </a:ext>
            </a:extLst>
          </p:cNvPr>
          <p:cNvSpPr/>
          <p:nvPr/>
        </p:nvSpPr>
        <p:spPr>
          <a:xfrm>
            <a:off x="1509159" y="4291800"/>
            <a:ext cx="1366881" cy="1612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663550-C927-D287-E261-7C29005C3AFF}"/>
              </a:ext>
            </a:extLst>
          </p:cNvPr>
          <p:cNvSpPr/>
          <p:nvPr/>
        </p:nvSpPr>
        <p:spPr>
          <a:xfrm>
            <a:off x="2945104" y="4291800"/>
            <a:ext cx="1986221" cy="1761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Who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98F7F1F6-FA92-1AEB-2B91-8F39B51E48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8452" y="4306711"/>
            <a:ext cx="130239" cy="146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CFD17A4-FCDB-C387-EF22-D0AB6E47AF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081" y="4295161"/>
            <a:ext cx="224959" cy="1693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0569E58B-D59B-BACC-3B22-880257E13639}"/>
              </a:ext>
            </a:extLst>
          </p:cNvPr>
          <p:cNvSpPr/>
          <p:nvPr/>
        </p:nvSpPr>
        <p:spPr>
          <a:xfrm>
            <a:off x="4994253" y="4274424"/>
            <a:ext cx="2832451" cy="2108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Caption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81646AF-B783-2E7D-E65B-66DA52D8AC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1013" y="4306711"/>
            <a:ext cx="130239" cy="146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326A6628-9095-5EC0-4101-2EA3E112736B}"/>
              </a:ext>
            </a:extLst>
          </p:cNvPr>
          <p:cNvSpPr/>
          <p:nvPr/>
        </p:nvSpPr>
        <p:spPr>
          <a:xfrm>
            <a:off x="7928190" y="4295299"/>
            <a:ext cx="3493295" cy="1691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URL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0C93936-8127-6ADC-4B6E-55771254EA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1740" y="4306711"/>
            <a:ext cx="116591" cy="146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61125F71-4263-4447-FBAC-A9D39CB5C2E3}"/>
              </a:ext>
            </a:extLst>
          </p:cNvPr>
          <p:cNvSpPr/>
          <p:nvPr/>
        </p:nvSpPr>
        <p:spPr>
          <a:xfrm>
            <a:off x="1509159" y="4578881"/>
            <a:ext cx="1372081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2026-01-01 19:31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3A45AEC-5756-F650-7FB0-0AF23D37439A}"/>
              </a:ext>
            </a:extLst>
          </p:cNvPr>
          <p:cNvSpPr/>
          <p:nvPr/>
        </p:nvSpPr>
        <p:spPr>
          <a:xfrm>
            <a:off x="2917482" y="4578881"/>
            <a:ext cx="2019043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spookdejur@hotmail.com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8392CB3-00B5-C7E4-8532-2739205210F3}"/>
              </a:ext>
            </a:extLst>
          </p:cNvPr>
          <p:cNvSpPr/>
          <p:nvPr/>
        </p:nvSpPr>
        <p:spPr>
          <a:xfrm>
            <a:off x="4997317" y="4578881"/>
            <a:ext cx="2832451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Handy Doc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D7BEFC21-7CB6-F7D6-29EF-FBB3857E55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417" y="4610831"/>
            <a:ext cx="288434" cy="288434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0BB3918C-E897-43BF-19C9-E395D96DAB4C}"/>
              </a:ext>
            </a:extLst>
          </p:cNvPr>
          <p:cNvSpPr/>
          <p:nvPr/>
        </p:nvSpPr>
        <p:spPr>
          <a:xfrm>
            <a:off x="7935892" y="4578881"/>
            <a:ext cx="3605016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hlinkClick r:id="rId11"/>
              </a:rPr>
              <a:t>https://storage.mycloud.dsk/33d56sag4</a:t>
            </a:r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E4664E9-9663-278A-2B24-73A5EBAC56D2}"/>
              </a:ext>
            </a:extLst>
          </p:cNvPr>
          <p:cNvSpPr/>
          <p:nvPr/>
        </p:nvSpPr>
        <p:spPr>
          <a:xfrm>
            <a:off x="1502076" y="5004185"/>
            <a:ext cx="1372081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ACCA6BE-E79A-73BF-EBBB-9E871DCE7F68}"/>
              </a:ext>
            </a:extLst>
          </p:cNvPr>
          <p:cNvSpPr/>
          <p:nvPr/>
        </p:nvSpPr>
        <p:spPr>
          <a:xfrm>
            <a:off x="2910399" y="5004185"/>
            <a:ext cx="2019043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612C34F-3150-9AB8-4594-C1FD635EEDE0}"/>
              </a:ext>
            </a:extLst>
          </p:cNvPr>
          <p:cNvSpPr/>
          <p:nvPr/>
        </p:nvSpPr>
        <p:spPr>
          <a:xfrm>
            <a:off x="4990234" y="5004185"/>
            <a:ext cx="2832451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8C7B9592-49DD-6C3B-69A2-CF033CB21A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334" y="5036135"/>
            <a:ext cx="288434" cy="288434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579B812E-4150-963C-EDC7-62FAFC55BCE2}"/>
              </a:ext>
            </a:extLst>
          </p:cNvPr>
          <p:cNvSpPr/>
          <p:nvPr/>
        </p:nvSpPr>
        <p:spPr>
          <a:xfrm>
            <a:off x="7928809" y="5004185"/>
            <a:ext cx="3605016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67680DD-63F2-99EC-4E43-63D97DD862CE}"/>
              </a:ext>
            </a:extLst>
          </p:cNvPr>
          <p:cNvSpPr/>
          <p:nvPr/>
        </p:nvSpPr>
        <p:spPr>
          <a:xfrm>
            <a:off x="1494993" y="5429489"/>
            <a:ext cx="1372081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67790A8-8F1F-E9AE-F2C6-F773D5D2C02E}"/>
              </a:ext>
            </a:extLst>
          </p:cNvPr>
          <p:cNvSpPr/>
          <p:nvPr/>
        </p:nvSpPr>
        <p:spPr>
          <a:xfrm>
            <a:off x="2903316" y="5429489"/>
            <a:ext cx="2019043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B969228-14DF-9F04-6003-7B7221FC9EFE}"/>
              </a:ext>
            </a:extLst>
          </p:cNvPr>
          <p:cNvSpPr/>
          <p:nvPr/>
        </p:nvSpPr>
        <p:spPr>
          <a:xfrm>
            <a:off x="4983151" y="5429489"/>
            <a:ext cx="2832451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A76EE2BA-0042-C1E3-3BB8-5549FCEFFC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251" y="5461439"/>
            <a:ext cx="288434" cy="288434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7DA19938-8C37-CCA4-68C7-EA75DECBF4CF}"/>
              </a:ext>
            </a:extLst>
          </p:cNvPr>
          <p:cNvSpPr/>
          <p:nvPr/>
        </p:nvSpPr>
        <p:spPr>
          <a:xfrm>
            <a:off x="7921726" y="5429489"/>
            <a:ext cx="3605016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38D7606-5E43-C85B-4EA9-7C4DB158962E}"/>
              </a:ext>
            </a:extLst>
          </p:cNvPr>
          <p:cNvSpPr/>
          <p:nvPr/>
        </p:nvSpPr>
        <p:spPr>
          <a:xfrm>
            <a:off x="1487910" y="5854793"/>
            <a:ext cx="1372081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C16E68D-8B70-B36F-1251-F762569117C5}"/>
              </a:ext>
            </a:extLst>
          </p:cNvPr>
          <p:cNvSpPr/>
          <p:nvPr/>
        </p:nvSpPr>
        <p:spPr>
          <a:xfrm>
            <a:off x="2896233" y="5854793"/>
            <a:ext cx="2019043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97B8F7B-069E-585B-4C78-92F4906A22A1}"/>
              </a:ext>
            </a:extLst>
          </p:cNvPr>
          <p:cNvSpPr/>
          <p:nvPr/>
        </p:nvSpPr>
        <p:spPr>
          <a:xfrm>
            <a:off x="4976068" y="5854793"/>
            <a:ext cx="2832451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47B75B5E-A9C3-F920-CD92-56A8C1D8CD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168" y="5886743"/>
            <a:ext cx="288434" cy="288434"/>
          </a:xfrm>
          <a:prstGeom prst="rect">
            <a:avLst/>
          </a:prstGeom>
        </p:spPr>
      </p:pic>
      <p:sp>
        <p:nvSpPr>
          <p:cNvPr id="102" name="Rectangle 101">
            <a:extLst>
              <a:ext uri="{FF2B5EF4-FFF2-40B4-BE49-F238E27FC236}">
                <a16:creationId xmlns:a16="http://schemas.microsoft.com/office/drawing/2014/main" id="{90FD9E36-599D-F892-3ADC-EEF34C0D6DFC}"/>
              </a:ext>
            </a:extLst>
          </p:cNvPr>
          <p:cNvSpPr/>
          <p:nvPr/>
        </p:nvSpPr>
        <p:spPr>
          <a:xfrm>
            <a:off x="7914643" y="5854793"/>
            <a:ext cx="3605016" cy="3523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784150-AE0D-C670-FF1C-CE9374A7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DDA5B4-C77D-944A-5677-EBFC06CE61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24" y="4582907"/>
            <a:ext cx="276347" cy="271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CC677-03DB-B2EE-60AB-833714A32B3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24" y="5004684"/>
            <a:ext cx="276347" cy="271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CDEA67-8E52-8B6A-6A0A-457A1F32F5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24" y="5426461"/>
            <a:ext cx="276347" cy="271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7A1F71-5F88-C6F8-E236-B42E63FFB6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24" y="5848238"/>
            <a:ext cx="276347" cy="271890"/>
          </a:xfrm>
          <a:prstGeom prst="rect">
            <a:avLst/>
          </a:prstGeom>
        </p:spPr>
      </p:pic>
      <p:pic>
        <p:nvPicPr>
          <p:cNvPr id="10" name="Picture 9">
            <a:hlinkClick r:id="rId13" action="ppaction://hlinksldjump"/>
            <a:extLst>
              <a:ext uri="{FF2B5EF4-FFF2-40B4-BE49-F238E27FC236}">
                <a16:creationId xmlns:a16="http://schemas.microsoft.com/office/drawing/2014/main" id="{9095C879-C6AB-6C5A-0A04-1CFF5A814AE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2416" y="4247136"/>
            <a:ext cx="286211" cy="2533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713754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E0F6336-E9AD-4026-D0E3-55156C737079}"/>
              </a:ext>
            </a:extLst>
          </p:cNvPr>
          <p:cNvSpPr/>
          <p:nvPr/>
        </p:nvSpPr>
        <p:spPr>
          <a:xfrm>
            <a:off x="257687" y="5648945"/>
            <a:ext cx="496318" cy="4204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A72B2-A53F-1DE8-719F-F926247D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Panel: Relationships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74F729-30E3-D92A-221D-B7D075ABFA0A}"/>
              </a:ext>
            </a:extLst>
          </p:cNvPr>
          <p:cNvSpPr/>
          <p:nvPr/>
        </p:nvSpPr>
        <p:spPr>
          <a:xfrm>
            <a:off x="754067" y="4222196"/>
            <a:ext cx="11089589" cy="2368848"/>
          </a:xfrm>
          <a:prstGeom prst="rect">
            <a:avLst/>
          </a:prstGeom>
          <a:solidFill>
            <a:srgbClr val="DCDCDC">
              <a:alpha val="4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3377E5-F40F-8AEA-A438-0AFEC2862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62" y="4718852"/>
            <a:ext cx="255204" cy="4122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BA301BC-D412-EF55-044E-013377E75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" y="6152082"/>
            <a:ext cx="204816" cy="428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447C35-D9A0-EF3A-3D74-B1AB836C9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00" y="4259487"/>
            <a:ext cx="224071" cy="3935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BB3E263-FD49-5A43-A8A6-EAFAF94A4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24" y="5168778"/>
            <a:ext cx="132242" cy="4122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C049E30-C68B-E19F-86E9-C091706C04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21" y="5656333"/>
            <a:ext cx="373770" cy="42049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883747F-F685-04AC-F908-9D0E02B5CD7A}"/>
              </a:ext>
            </a:extLst>
          </p:cNvPr>
          <p:cNvSpPr/>
          <p:nvPr/>
        </p:nvSpPr>
        <p:spPr>
          <a:xfrm>
            <a:off x="257750" y="853031"/>
            <a:ext cx="11693925" cy="5815689"/>
          </a:xfrm>
          <a:prstGeom prst="rect">
            <a:avLst/>
          </a:prstGeom>
          <a:noFill/>
          <a:ln w="31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8FF7DB4-F8F3-D983-02D1-4B67236D988B}"/>
              </a:ext>
            </a:extLst>
          </p:cNvPr>
          <p:cNvGrpSpPr/>
          <p:nvPr/>
        </p:nvGrpSpPr>
        <p:grpSpPr>
          <a:xfrm>
            <a:off x="11618965" y="4528043"/>
            <a:ext cx="221982" cy="2045588"/>
            <a:chOff x="8503666" y="1448312"/>
            <a:chExt cx="316131" cy="204558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A130DD9-1D45-8D76-83D6-86584B0499C7}"/>
                </a:ext>
              </a:extLst>
            </p:cNvPr>
            <p:cNvSpPr/>
            <p:nvPr/>
          </p:nvSpPr>
          <p:spPr>
            <a:xfrm>
              <a:off x="8503666" y="1448312"/>
              <a:ext cx="316131" cy="20455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50800D5-7D5E-0170-DA2C-FDCC1C6701DA}"/>
                </a:ext>
              </a:extLst>
            </p:cNvPr>
            <p:cNvSpPr/>
            <p:nvPr/>
          </p:nvSpPr>
          <p:spPr>
            <a:xfrm>
              <a:off x="8521217" y="1859228"/>
              <a:ext cx="287392" cy="247349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247E098D-964B-AE79-E3BA-1DF427775AC7}"/>
                </a:ext>
              </a:extLst>
            </p:cNvPr>
            <p:cNvSpPr/>
            <p:nvPr/>
          </p:nvSpPr>
          <p:spPr>
            <a:xfrm>
              <a:off x="8523898" y="1458456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531041F5-3476-066A-57AD-D69DB019B6B9}"/>
                </a:ext>
              </a:extLst>
            </p:cNvPr>
            <p:cNvSpPr/>
            <p:nvPr/>
          </p:nvSpPr>
          <p:spPr>
            <a:xfrm flipV="1">
              <a:off x="8518035" y="3347332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9D6607A-4CD8-7085-5DC6-ACC7BF79513D}"/>
                </a:ext>
              </a:extLst>
            </p:cNvPr>
            <p:cNvCxnSpPr>
              <a:cxnSpLocks/>
            </p:cNvCxnSpPr>
            <p:nvPr/>
          </p:nvCxnSpPr>
          <p:spPr>
            <a:xfrm>
              <a:off x="8503666" y="1647983"/>
              <a:ext cx="31613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0406F44-A607-5C7E-A8F3-EAA917B376B7}"/>
                </a:ext>
              </a:extLst>
            </p:cNvPr>
            <p:cNvCxnSpPr>
              <a:cxnSpLocks/>
            </p:cNvCxnSpPr>
            <p:nvPr/>
          </p:nvCxnSpPr>
          <p:spPr>
            <a:xfrm>
              <a:off x="8524172" y="3297789"/>
              <a:ext cx="28739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69692ED-2E77-03AF-9556-DFBF269F7E0A}"/>
              </a:ext>
            </a:extLst>
          </p:cNvPr>
          <p:cNvSpPr/>
          <p:nvPr/>
        </p:nvSpPr>
        <p:spPr>
          <a:xfrm>
            <a:off x="751359" y="4222196"/>
            <a:ext cx="11089588" cy="288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3B27B8E-3D1D-BB1F-8557-368E0FEE7E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798972" y="4238460"/>
            <a:ext cx="257476" cy="25590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F492046-AC60-532F-F05E-C6F38A0DF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798972" y="4238460"/>
            <a:ext cx="257476" cy="25590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21C1F55A-3768-9E48-5F92-A11F1F9F7545}"/>
              </a:ext>
            </a:extLst>
          </p:cNvPr>
          <p:cNvSpPr/>
          <p:nvPr/>
        </p:nvSpPr>
        <p:spPr>
          <a:xfrm>
            <a:off x="1150061" y="4287165"/>
            <a:ext cx="1406855" cy="1761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Relation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15930A5-5EE0-0BBA-C0A9-BFF8F54FAAF7}"/>
              </a:ext>
            </a:extLst>
          </p:cNvPr>
          <p:cNvGrpSpPr/>
          <p:nvPr/>
        </p:nvGrpSpPr>
        <p:grpSpPr>
          <a:xfrm>
            <a:off x="2644392" y="4294620"/>
            <a:ext cx="903260" cy="161210"/>
            <a:chOff x="3847844" y="3505953"/>
            <a:chExt cx="903260" cy="16121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89B6059-2391-A469-F487-D5B253A34C83}"/>
                </a:ext>
              </a:extLst>
            </p:cNvPr>
            <p:cNvSpPr/>
            <p:nvPr/>
          </p:nvSpPr>
          <p:spPr>
            <a:xfrm>
              <a:off x="3847844" y="3505953"/>
              <a:ext cx="903260" cy="1612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ID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7956470-2847-3616-5E8F-20341362E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20865" y="3520864"/>
              <a:ext cx="130239" cy="1462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</p:pic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FEA1D8BE-F78C-01A3-F5AD-7DE3BA4A2C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1957" y="4290526"/>
            <a:ext cx="224959" cy="1693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EDD967C-3DF4-E9AC-0C0D-5A958831FDB1}"/>
              </a:ext>
            </a:extLst>
          </p:cNvPr>
          <p:cNvSpPr/>
          <p:nvPr/>
        </p:nvSpPr>
        <p:spPr>
          <a:xfrm>
            <a:off x="3635128" y="4307985"/>
            <a:ext cx="7898025" cy="1344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Title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E159EC2-7E5E-DCC1-BA19-1BE8C843CA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9759" y="4302076"/>
            <a:ext cx="130239" cy="1462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8EFF01E-D45D-E030-8D7A-5425910A64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417" y="4610831"/>
            <a:ext cx="288434" cy="288434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AD6864B1-E790-44F5-0C9A-9A7EE063464A}"/>
              </a:ext>
            </a:extLst>
          </p:cNvPr>
          <p:cNvSpPr/>
          <p:nvPr/>
        </p:nvSpPr>
        <p:spPr>
          <a:xfrm>
            <a:off x="1184835" y="4565863"/>
            <a:ext cx="1372081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Parent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9713607-DABD-9739-A78D-2F3742787372}"/>
              </a:ext>
            </a:extLst>
          </p:cNvPr>
          <p:cNvSpPr/>
          <p:nvPr/>
        </p:nvSpPr>
        <p:spPr>
          <a:xfrm>
            <a:off x="2644392" y="4565863"/>
            <a:ext cx="903260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u="sng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F3F5341-77AF-EB82-6DD9-772229572A83}"/>
              </a:ext>
            </a:extLst>
          </p:cNvPr>
          <p:cNvSpPr/>
          <p:nvPr/>
        </p:nvSpPr>
        <p:spPr>
          <a:xfrm>
            <a:off x="3635128" y="4565863"/>
            <a:ext cx="7947121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u="sng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Parent Item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D5DF4AC5-D662-0B81-D2C7-41F9B9C8E6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417" y="5018398"/>
            <a:ext cx="288434" cy="288434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159ED23D-460C-2E4B-2833-F38A5F7BAD8E}"/>
              </a:ext>
            </a:extLst>
          </p:cNvPr>
          <p:cNvSpPr/>
          <p:nvPr/>
        </p:nvSpPr>
        <p:spPr>
          <a:xfrm>
            <a:off x="1184835" y="4973430"/>
            <a:ext cx="1372081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Predecessor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4EB32A9-9959-AC25-4388-D521781E8A89}"/>
              </a:ext>
            </a:extLst>
          </p:cNvPr>
          <p:cNvSpPr/>
          <p:nvPr/>
        </p:nvSpPr>
        <p:spPr>
          <a:xfrm>
            <a:off x="2644392" y="4973430"/>
            <a:ext cx="903260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u="sng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41FC184-3B81-CBD9-1C33-1A29F73FBAF8}"/>
              </a:ext>
            </a:extLst>
          </p:cNvPr>
          <p:cNvSpPr/>
          <p:nvPr/>
        </p:nvSpPr>
        <p:spPr>
          <a:xfrm>
            <a:off x="3635128" y="4973430"/>
            <a:ext cx="7947121" cy="352335"/>
          </a:xfrm>
          <a:prstGeom prst="rect">
            <a:avLst/>
          </a:prstGeom>
          <a:solidFill>
            <a:srgbClr val="DCDCDC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u="sng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Do some other thing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645111-F262-EE9E-3560-A5DA8B8A4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2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56D3C75-B122-3F04-8AF7-C99E04680E68}"/>
              </a:ext>
            </a:extLst>
          </p:cNvPr>
          <p:cNvSpPr/>
          <p:nvPr/>
        </p:nvSpPr>
        <p:spPr>
          <a:xfrm>
            <a:off x="255041" y="6170552"/>
            <a:ext cx="496318" cy="4204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B4EDA1-4312-854B-A4B5-F972633B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Panel: Name / Value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BD6752-E2EF-14DB-8D5E-9E5B3951177A}"/>
              </a:ext>
            </a:extLst>
          </p:cNvPr>
          <p:cNvSpPr/>
          <p:nvPr/>
        </p:nvSpPr>
        <p:spPr>
          <a:xfrm>
            <a:off x="754067" y="4222196"/>
            <a:ext cx="11089589" cy="2368848"/>
          </a:xfrm>
          <a:prstGeom prst="rect">
            <a:avLst/>
          </a:prstGeom>
          <a:solidFill>
            <a:srgbClr val="CAEEFB">
              <a:alpha val="40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D1ADDC-5115-52D7-AC77-47FA157AF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99" y="4718852"/>
            <a:ext cx="255204" cy="4122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8610E5-11C8-7C67-4AA8-332EBD912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92" y="6170493"/>
            <a:ext cx="204816" cy="428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43CAA1A-C775-86B9-FB4F-C94C8A581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37" y="4259487"/>
            <a:ext cx="224071" cy="3935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5ABBEFD-1BD7-EAA4-3838-D56467293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61" y="5168778"/>
            <a:ext cx="132242" cy="4122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37F742B-63A3-BA80-E67C-CB9DCF7F44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958" y="5656333"/>
            <a:ext cx="373770" cy="42049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3196EFB-CE27-0382-AE9A-09A11B56C2C8}"/>
              </a:ext>
            </a:extLst>
          </p:cNvPr>
          <p:cNvSpPr/>
          <p:nvPr/>
        </p:nvSpPr>
        <p:spPr>
          <a:xfrm>
            <a:off x="257750" y="853031"/>
            <a:ext cx="11693925" cy="5815689"/>
          </a:xfrm>
          <a:prstGeom prst="rect">
            <a:avLst/>
          </a:prstGeom>
          <a:noFill/>
          <a:ln w="31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CCE6E92-D80A-0BFA-4B97-78C8A5AB11DB}"/>
              </a:ext>
            </a:extLst>
          </p:cNvPr>
          <p:cNvGrpSpPr/>
          <p:nvPr/>
        </p:nvGrpSpPr>
        <p:grpSpPr>
          <a:xfrm>
            <a:off x="11618965" y="4528043"/>
            <a:ext cx="221982" cy="2045588"/>
            <a:chOff x="8503666" y="1448312"/>
            <a:chExt cx="316131" cy="204558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4F70550-209F-83F1-EADC-160D4CCC6238}"/>
                </a:ext>
              </a:extLst>
            </p:cNvPr>
            <p:cNvSpPr/>
            <p:nvPr/>
          </p:nvSpPr>
          <p:spPr>
            <a:xfrm>
              <a:off x="8503666" y="1448312"/>
              <a:ext cx="316131" cy="20455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7948CD5-7939-0564-224A-B592595DE44B}"/>
                </a:ext>
              </a:extLst>
            </p:cNvPr>
            <p:cNvSpPr/>
            <p:nvPr/>
          </p:nvSpPr>
          <p:spPr>
            <a:xfrm>
              <a:off x="8521217" y="1859228"/>
              <a:ext cx="287392" cy="247349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1C61357A-0E05-E525-A6CE-F7748B1D91E0}"/>
                </a:ext>
              </a:extLst>
            </p:cNvPr>
            <p:cNvSpPr/>
            <p:nvPr/>
          </p:nvSpPr>
          <p:spPr>
            <a:xfrm>
              <a:off x="8523898" y="1458456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9B0ABC0F-7EE6-548B-9ACC-55B11A694526}"/>
                </a:ext>
              </a:extLst>
            </p:cNvPr>
            <p:cNvSpPr/>
            <p:nvPr/>
          </p:nvSpPr>
          <p:spPr>
            <a:xfrm flipV="1">
              <a:off x="8518035" y="3347332"/>
              <a:ext cx="278820" cy="14656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4E9680A-FC05-333F-498A-5C8B6A9EBF4F}"/>
                </a:ext>
              </a:extLst>
            </p:cNvPr>
            <p:cNvCxnSpPr>
              <a:cxnSpLocks/>
            </p:cNvCxnSpPr>
            <p:nvPr/>
          </p:nvCxnSpPr>
          <p:spPr>
            <a:xfrm>
              <a:off x="8503666" y="1647983"/>
              <a:ext cx="31613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A4C660E-36BD-03A1-41E0-8668AB69E0A3}"/>
                </a:ext>
              </a:extLst>
            </p:cNvPr>
            <p:cNvCxnSpPr>
              <a:cxnSpLocks/>
            </p:cNvCxnSpPr>
            <p:nvPr/>
          </p:nvCxnSpPr>
          <p:spPr>
            <a:xfrm>
              <a:off x="8524172" y="3297789"/>
              <a:ext cx="28739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53B002BA-25CF-DDF7-D2DB-416358097846}"/>
              </a:ext>
            </a:extLst>
          </p:cNvPr>
          <p:cNvSpPr/>
          <p:nvPr/>
        </p:nvSpPr>
        <p:spPr>
          <a:xfrm>
            <a:off x="751359" y="4222196"/>
            <a:ext cx="11089588" cy="288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95DB961-4692-B7CC-9B61-631E4C45C1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798972" y="4238460"/>
            <a:ext cx="257476" cy="255906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05AE0C62-C94D-6C26-A713-A66467CFE0B0}"/>
              </a:ext>
            </a:extLst>
          </p:cNvPr>
          <p:cNvGrpSpPr/>
          <p:nvPr/>
        </p:nvGrpSpPr>
        <p:grpSpPr>
          <a:xfrm>
            <a:off x="2744671" y="4614166"/>
            <a:ext cx="2219027" cy="288435"/>
            <a:chOff x="2994812" y="1845165"/>
            <a:chExt cx="2219027" cy="288435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E57DDBFB-D782-6D8D-2DB4-257BD5BB94E4}"/>
                </a:ext>
              </a:extLst>
            </p:cNvPr>
            <p:cNvSpPr/>
            <p:nvPr/>
          </p:nvSpPr>
          <p:spPr>
            <a:xfrm>
              <a:off x="2994812" y="1845165"/>
              <a:ext cx="2219027" cy="288435"/>
            </a:xfrm>
            <a:prstGeom prst="roundRect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Job Id = 132424</a:t>
              </a: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2D743313-403A-90E8-038F-DABDE8DD9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65933" y="1879872"/>
              <a:ext cx="219020" cy="21902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5E890292-82A5-3852-0263-34A77F971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76260" y="1850150"/>
              <a:ext cx="283030" cy="278465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18FD99D-BE32-F581-DE4B-3689E20FCD4C}"/>
              </a:ext>
            </a:extLst>
          </p:cNvPr>
          <p:cNvGrpSpPr/>
          <p:nvPr/>
        </p:nvGrpSpPr>
        <p:grpSpPr>
          <a:xfrm>
            <a:off x="927710" y="4611471"/>
            <a:ext cx="1668502" cy="288435"/>
            <a:chOff x="3516451" y="2981516"/>
            <a:chExt cx="1668502" cy="288435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A4146638-CE1A-3523-02DC-D02412B1B441}"/>
                </a:ext>
              </a:extLst>
            </p:cNvPr>
            <p:cNvSpPr/>
            <p:nvPr/>
          </p:nvSpPr>
          <p:spPr>
            <a:xfrm>
              <a:off x="3516451" y="2981516"/>
              <a:ext cx="1668502" cy="288435"/>
            </a:xfrm>
            <a:prstGeom prst="roundRect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ABC = DEF</a:t>
              </a: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CAD02683-1D1A-1F97-520F-4367E7941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37046" y="3016223"/>
              <a:ext cx="219020" cy="219020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905B7E37-447C-EEB7-2592-205CDB120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47373" y="2986501"/>
              <a:ext cx="283030" cy="278465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447DB23-7397-A4D6-AD6A-1AB81F8AC91B}"/>
              </a:ext>
            </a:extLst>
          </p:cNvPr>
          <p:cNvGrpSpPr/>
          <p:nvPr/>
        </p:nvGrpSpPr>
        <p:grpSpPr>
          <a:xfrm>
            <a:off x="5098489" y="4611470"/>
            <a:ext cx="1912956" cy="288435"/>
            <a:chOff x="6296472" y="2609722"/>
            <a:chExt cx="1912956" cy="288435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30659C56-495B-3A1B-92DE-CE45A5EAB6AF}"/>
                </a:ext>
              </a:extLst>
            </p:cNvPr>
            <p:cNvSpPr/>
            <p:nvPr/>
          </p:nvSpPr>
          <p:spPr>
            <a:xfrm>
              <a:off x="6296472" y="2609722"/>
              <a:ext cx="1912956" cy="288435"/>
            </a:xfrm>
            <a:prstGeom prst="roundRect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Zone = Alpha</a:t>
              </a: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D5EE3859-91D4-605C-46F0-428196651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61521" y="2644429"/>
              <a:ext cx="219020" cy="219020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735BE6B7-0C80-6D49-9145-2680BD5A4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71848" y="2614707"/>
              <a:ext cx="283030" cy="278465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8D63C1-90A1-7644-8761-14780DEC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06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A23514-3BD7-6757-1A49-55B66C31C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Dialog: Specialty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2174DF-7A6F-D520-0E62-5F90DDA2F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Specifics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EDFC8-9651-F8DF-E36F-F18BC160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06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20BA6-FF52-DE4C-6555-5B7810FAC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Settings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2D3759-E85B-3E4D-547D-CFCB6BA5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9F7C51-CE75-1CA3-0F38-B7E5580ED8C1}"/>
              </a:ext>
            </a:extLst>
          </p:cNvPr>
          <p:cNvSpPr/>
          <p:nvPr/>
        </p:nvSpPr>
        <p:spPr>
          <a:xfrm>
            <a:off x="386625" y="1301026"/>
            <a:ext cx="2571367" cy="22706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E3819C-0B1F-B5D1-5A4A-DE97D46082EA}"/>
              </a:ext>
            </a:extLst>
          </p:cNvPr>
          <p:cNvSpPr/>
          <p:nvPr/>
        </p:nvSpPr>
        <p:spPr>
          <a:xfrm>
            <a:off x="386625" y="985959"/>
            <a:ext cx="2571367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Settings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D24D16-D08B-07DC-E3DD-6593C2FE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444" y="2999017"/>
            <a:ext cx="525779" cy="509087"/>
          </a:xfrm>
          <a:prstGeom prst="rect">
            <a:avLst/>
          </a:prstGeom>
        </p:spPr>
      </p:pic>
      <p:pic>
        <p:nvPicPr>
          <p:cNvPr id="11" name="Picture 10">
            <a:hlinkClick r:id="rId3" action="ppaction://hlinksldjump"/>
            <a:extLst>
              <a:ext uri="{FF2B5EF4-FFF2-40B4-BE49-F238E27FC236}">
                <a16:creationId xmlns:a16="http://schemas.microsoft.com/office/drawing/2014/main" id="{77019BE6-CF63-7D94-4BE5-6375F4E0F4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20" y="1420272"/>
            <a:ext cx="466790" cy="571580"/>
          </a:xfrm>
          <a:prstGeom prst="rect">
            <a:avLst/>
          </a:prstGeom>
        </p:spPr>
      </p:pic>
      <p:pic>
        <p:nvPicPr>
          <p:cNvPr id="13" name="Picture 12">
            <a:hlinkClick r:id="rId5" action="ppaction://hlinksldjump"/>
            <a:extLst>
              <a:ext uri="{FF2B5EF4-FFF2-40B4-BE49-F238E27FC236}">
                <a16:creationId xmlns:a16="http://schemas.microsoft.com/office/drawing/2014/main" id="{3C96CCF8-F183-953F-1231-1EF3EA15F0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20" y="2191015"/>
            <a:ext cx="466790" cy="5906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E566E10-D2B5-C430-AEE3-0003DC5F4D6B}"/>
              </a:ext>
            </a:extLst>
          </p:cNvPr>
          <p:cNvSpPr txBox="1"/>
          <p:nvPr/>
        </p:nvSpPr>
        <p:spPr>
          <a:xfrm>
            <a:off x="1064805" y="1527538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hlinkClick r:id="rId3" action="ppaction://hlinksldjump"/>
              </a:rPr>
              <a:t>Users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CEF860-0319-CD78-066E-42D931F14B2F}"/>
              </a:ext>
            </a:extLst>
          </p:cNvPr>
          <p:cNvSpPr txBox="1"/>
          <p:nvPr/>
        </p:nvSpPr>
        <p:spPr>
          <a:xfrm>
            <a:off x="1064804" y="2301665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hlinkClick r:id="rId5" action="ppaction://hlinksldjump"/>
              </a:rPr>
              <a:t>Organizations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849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CF65E-5269-A134-A74F-F90976EB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Login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D14C3E-5282-7934-8509-05FFA1EC413C}"/>
              </a:ext>
            </a:extLst>
          </p:cNvPr>
          <p:cNvSpPr/>
          <p:nvPr/>
        </p:nvSpPr>
        <p:spPr>
          <a:xfrm>
            <a:off x="699608" y="1417627"/>
            <a:ext cx="3430534" cy="19576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8CDE36-8D5A-F0CF-ED4E-CFBE755B9147}"/>
              </a:ext>
            </a:extLst>
          </p:cNvPr>
          <p:cNvSpPr/>
          <p:nvPr/>
        </p:nvSpPr>
        <p:spPr>
          <a:xfrm>
            <a:off x="699607" y="1102560"/>
            <a:ext cx="3430533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Login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676594-9D2E-F54D-A476-1168FCBF2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37" y="2807610"/>
            <a:ext cx="500742" cy="5007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BC5CD6-772B-C3C9-9036-7701EA93A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609" y="2807610"/>
            <a:ext cx="525779" cy="5090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36E2D9-433F-EFAB-FC63-06DE051A508C}"/>
              </a:ext>
            </a:extLst>
          </p:cNvPr>
          <p:cNvSpPr txBox="1"/>
          <p:nvPr/>
        </p:nvSpPr>
        <p:spPr>
          <a:xfrm>
            <a:off x="1336586" y="1594179"/>
            <a:ext cx="23087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joe@nomail.org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D7CBF4-DA63-7739-F00E-091197477FD3}"/>
              </a:ext>
            </a:extLst>
          </p:cNvPr>
          <p:cNvSpPr txBox="1"/>
          <p:nvPr/>
        </p:nvSpPr>
        <p:spPr>
          <a:xfrm>
            <a:off x="1336586" y="2227262"/>
            <a:ext cx="23087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*************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BDB4F62-22C1-8E93-3BFE-2A3B4159E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33" y="1591901"/>
            <a:ext cx="381843" cy="3153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0F9561F-3926-A26A-9D01-E472BF352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76" y="2223919"/>
            <a:ext cx="381843" cy="3201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72052EB-446D-7F74-7C1A-899DAE295A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907" y="2223920"/>
            <a:ext cx="365007" cy="3082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2EAC2BA-5C7D-6A56-F087-32041A3E20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8160" y="1591901"/>
            <a:ext cx="376501" cy="3765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105842-7E51-A962-EA8D-7C70E991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00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6BA73-4C0E-C4F4-EA2D-7A811747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EEAD-B663-C8AB-5F6F-603F57A2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Attachment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B60C8D-3397-794B-E720-D46362A8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18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820245-E78A-D908-4215-05BF289C5068}"/>
              </a:ext>
            </a:extLst>
          </p:cNvPr>
          <p:cNvSpPr/>
          <p:nvPr/>
        </p:nvSpPr>
        <p:spPr>
          <a:xfrm>
            <a:off x="699608" y="1417627"/>
            <a:ext cx="5396392" cy="1877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16BD96-713C-093F-E492-4BEF97BF4D48}"/>
              </a:ext>
            </a:extLst>
          </p:cNvPr>
          <p:cNvSpPr/>
          <p:nvPr/>
        </p:nvSpPr>
        <p:spPr>
          <a:xfrm>
            <a:off x="699608" y="1102560"/>
            <a:ext cx="5396392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Attachment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C98AC0-33EF-08B1-8E7D-3CBC0AA0A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116" y="2768509"/>
            <a:ext cx="500742" cy="500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23246D-9DFE-B576-BDBD-300232C83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988" y="2768509"/>
            <a:ext cx="525779" cy="5090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3A6ED9C-12AF-D9A0-5A06-B5245EF3273D}"/>
              </a:ext>
            </a:extLst>
          </p:cNvPr>
          <p:cNvSpPr/>
          <p:nvPr/>
        </p:nvSpPr>
        <p:spPr>
          <a:xfrm>
            <a:off x="1362620" y="1563738"/>
            <a:ext cx="4682237" cy="386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Caption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36DE97C-D633-432F-8162-C1DC429E3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207916" y="1567516"/>
            <a:ext cx="114904" cy="36933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3434CAF-5FC2-A01C-5D2C-77690557A1E2}"/>
              </a:ext>
            </a:extLst>
          </p:cNvPr>
          <p:cNvSpPr/>
          <p:nvPr/>
        </p:nvSpPr>
        <p:spPr>
          <a:xfrm>
            <a:off x="1362620" y="2163231"/>
            <a:ext cx="4682237" cy="386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u="sng" dirty="0">
                <a:solidFill>
                  <a:schemeClr val="accent4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https://storage.cloud/ders3n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08CB767-FD7B-A0D2-64DE-86C0BC791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47" y="2768509"/>
            <a:ext cx="388634" cy="388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0F0503-F0BE-DA19-7D11-3B1E224F95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732" y="1601819"/>
            <a:ext cx="494609" cy="282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1CC186-169B-2C37-149F-6A2C1247E7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820" y="2199519"/>
            <a:ext cx="295521" cy="29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56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434A-263A-98A9-7A9C-5D3C27F68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Add Relation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F918F4-F2DB-BA76-3456-01AD6FFF5EDE}"/>
              </a:ext>
            </a:extLst>
          </p:cNvPr>
          <p:cNvSpPr/>
          <p:nvPr/>
        </p:nvSpPr>
        <p:spPr>
          <a:xfrm>
            <a:off x="699608" y="1417627"/>
            <a:ext cx="4209922" cy="28168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C9CE69-D1AC-729A-5B79-21B398BE5E49}"/>
              </a:ext>
            </a:extLst>
          </p:cNvPr>
          <p:cNvSpPr/>
          <p:nvPr/>
        </p:nvSpPr>
        <p:spPr>
          <a:xfrm>
            <a:off x="699608" y="1102560"/>
            <a:ext cx="4209922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Add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3D4D1-531D-E086-6322-7349B052E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209" y="3682087"/>
            <a:ext cx="500742" cy="5007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2690ED-3A8A-1529-84D5-BE5604384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081" y="3682087"/>
            <a:ext cx="525779" cy="509087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5318A329-F791-731D-EE1D-87BBDBE5CAD5}"/>
              </a:ext>
            </a:extLst>
          </p:cNvPr>
          <p:cNvGrpSpPr/>
          <p:nvPr/>
        </p:nvGrpSpPr>
        <p:grpSpPr>
          <a:xfrm>
            <a:off x="1278530" y="1603738"/>
            <a:ext cx="3458247" cy="369332"/>
            <a:chOff x="6155323" y="2747257"/>
            <a:chExt cx="3458247" cy="36933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CB3F48-DDD1-9F88-F4D0-F7962C0E5CFB}"/>
                </a:ext>
              </a:extLst>
            </p:cNvPr>
            <p:cNvSpPr/>
            <p:nvPr/>
          </p:nvSpPr>
          <p:spPr>
            <a:xfrm>
              <a:off x="6155323" y="2747257"/>
              <a:ext cx="3090435" cy="3245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EE65C44-D8AC-2816-0C3D-6081D8B83663}"/>
                </a:ext>
              </a:extLst>
            </p:cNvPr>
            <p:cNvGrpSpPr/>
            <p:nvPr/>
          </p:nvGrpSpPr>
          <p:grpSpPr>
            <a:xfrm>
              <a:off x="9271176" y="2747257"/>
              <a:ext cx="342394" cy="324505"/>
              <a:chOff x="9271176" y="2772613"/>
              <a:chExt cx="342394" cy="324505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231B0CF-C152-0EF4-CC42-22B4A9D71095}"/>
                  </a:ext>
                </a:extLst>
              </p:cNvPr>
              <p:cNvSpPr/>
              <p:nvPr/>
            </p:nvSpPr>
            <p:spPr>
              <a:xfrm>
                <a:off x="9271176" y="2772613"/>
                <a:ext cx="342394" cy="3245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6334410B-5C76-24D1-CA72-05B1C61D49DF}"/>
                  </a:ext>
                </a:extLst>
              </p:cNvPr>
              <p:cNvSpPr/>
              <p:nvPr/>
            </p:nvSpPr>
            <p:spPr>
              <a:xfrm flipV="1">
                <a:off x="9283885" y="2794348"/>
                <a:ext cx="316976" cy="281034"/>
              </a:xfrm>
              <a:prstGeom prst="triangl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B85E65-816E-F6DA-60B7-6D2BCF70619D}"/>
                </a:ext>
              </a:extLst>
            </p:cNvPr>
            <p:cNvSpPr txBox="1"/>
            <p:nvPr/>
          </p:nvSpPr>
          <p:spPr>
            <a:xfrm>
              <a:off x="6201387" y="2747257"/>
              <a:ext cx="14991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dirty="0">
                  <a:solidFill>
                    <a:schemeClr val="tx1"/>
                  </a:solidFill>
                  <a:effectLst/>
                  <a:latin typeface="+mn-lt"/>
                </a:rPr>
                <a:t>Parent</a:t>
              </a:r>
              <a:endPara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D1AAAB75-361B-FDF8-76C9-35A810313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184" y="1549510"/>
            <a:ext cx="373770" cy="42049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CEF339D-3C87-F698-3282-1858E731CBB5}"/>
              </a:ext>
            </a:extLst>
          </p:cNvPr>
          <p:cNvSpPr/>
          <p:nvPr/>
        </p:nvSpPr>
        <p:spPr>
          <a:xfrm>
            <a:off x="1244357" y="2126433"/>
            <a:ext cx="814936" cy="386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12345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BA2A81-39B1-07BD-B6AA-D14EA4EFF8EE}"/>
              </a:ext>
            </a:extLst>
          </p:cNvPr>
          <p:cNvSpPr/>
          <p:nvPr/>
        </p:nvSpPr>
        <p:spPr>
          <a:xfrm>
            <a:off x="2171804" y="2126433"/>
            <a:ext cx="2564973" cy="14513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title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514DDAD-D57F-AFA9-FE2F-2594A9FF7A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184" y="2084507"/>
            <a:ext cx="415544" cy="43821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5F7B61C-EAA2-4883-A215-9D0006EAE2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669" y="2686700"/>
            <a:ext cx="488574" cy="299791"/>
          </a:xfrm>
          <a:prstGeom prst="rect">
            <a:avLst/>
          </a:prstGeom>
        </p:spPr>
      </p:pic>
      <p:sp>
        <p:nvSpPr>
          <p:cNvPr id="43" name="Arrow: Bent 42">
            <a:extLst>
              <a:ext uri="{FF2B5EF4-FFF2-40B4-BE49-F238E27FC236}">
                <a16:creationId xmlns:a16="http://schemas.microsoft.com/office/drawing/2014/main" id="{07175D3C-9843-CB9F-C472-7E4E5F3AAA1C}"/>
              </a:ext>
            </a:extLst>
          </p:cNvPr>
          <p:cNvSpPr/>
          <p:nvPr/>
        </p:nvSpPr>
        <p:spPr>
          <a:xfrm flipH="1" flipV="1">
            <a:off x="1479991" y="2579269"/>
            <a:ext cx="343667" cy="407222"/>
          </a:xfrm>
          <a:prstGeom prst="ben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1112033-D498-C24B-5A04-87D229A3F5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825375" y="2146907"/>
            <a:ext cx="114904" cy="36933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ECBD3-2937-93DA-298B-5C4B8F7E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97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C7E93-2477-1A8A-98A2-C89418B5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Add/Edit Name 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0D55F7-5421-CE2C-42EB-08666316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20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31CF2C-B8A3-86DC-A536-6E8672D2290D}"/>
              </a:ext>
            </a:extLst>
          </p:cNvPr>
          <p:cNvSpPr/>
          <p:nvPr/>
        </p:nvSpPr>
        <p:spPr>
          <a:xfrm>
            <a:off x="699608" y="1417627"/>
            <a:ext cx="3356891" cy="1877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4518CD-18BE-2213-D9A9-FEC3F32C4C75}"/>
              </a:ext>
            </a:extLst>
          </p:cNvPr>
          <p:cNvSpPr/>
          <p:nvPr/>
        </p:nvSpPr>
        <p:spPr>
          <a:xfrm>
            <a:off x="699608" y="1102560"/>
            <a:ext cx="3356891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Name = Value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FBD0A-8F59-4850-EAB1-FE3C1A3D6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471" y="2712455"/>
            <a:ext cx="500742" cy="500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598F55-636E-A35D-BA21-998FB1915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343" y="2712455"/>
            <a:ext cx="525779" cy="5090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7F6C7F8-4766-1C1F-4C53-837682F81198}"/>
              </a:ext>
            </a:extLst>
          </p:cNvPr>
          <p:cNvSpPr/>
          <p:nvPr/>
        </p:nvSpPr>
        <p:spPr>
          <a:xfrm>
            <a:off x="1362621" y="1563738"/>
            <a:ext cx="2546592" cy="386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Project ID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D1D58CD-8DDF-438F-EB08-AB6BF91F9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207916" y="1567516"/>
            <a:ext cx="114904" cy="3693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4C4BD9C-A4A9-47DA-331D-75F0D9BA9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72" y="2133600"/>
            <a:ext cx="472884" cy="3989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115B11D-29E2-CE4E-F614-CE7C1DF163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72" y="1563738"/>
            <a:ext cx="426485" cy="32779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CAA5E9F-9EA0-C0DD-3417-39960E4C013A}"/>
              </a:ext>
            </a:extLst>
          </p:cNvPr>
          <p:cNvSpPr/>
          <p:nvPr/>
        </p:nvSpPr>
        <p:spPr>
          <a:xfrm>
            <a:off x="1362621" y="2163231"/>
            <a:ext cx="2546592" cy="386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12354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E4842D0-3F8A-2717-80DB-E44988CBA0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047" y="2768509"/>
            <a:ext cx="388634" cy="38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25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DF12-DFCA-3C70-CC87-C375F415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Column Picker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2F4BEA-C544-D82C-3510-647F443C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7833F4-5FC6-B0E2-B06C-CCF8D6FD5E39}"/>
              </a:ext>
            </a:extLst>
          </p:cNvPr>
          <p:cNvSpPr/>
          <p:nvPr/>
        </p:nvSpPr>
        <p:spPr>
          <a:xfrm>
            <a:off x="699608" y="1417626"/>
            <a:ext cx="3002996" cy="36146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2E4D3A-D959-DD7C-D7D3-614AFA2C7E6F}"/>
              </a:ext>
            </a:extLst>
          </p:cNvPr>
          <p:cNvSpPr/>
          <p:nvPr/>
        </p:nvSpPr>
        <p:spPr>
          <a:xfrm>
            <a:off x="699608" y="1102560"/>
            <a:ext cx="3002996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Columns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2AD3BE8-CAA0-D50D-ADA2-43AD50F1160A}"/>
              </a:ext>
            </a:extLst>
          </p:cNvPr>
          <p:cNvGrpSpPr/>
          <p:nvPr/>
        </p:nvGrpSpPr>
        <p:grpSpPr>
          <a:xfrm>
            <a:off x="791634" y="1505639"/>
            <a:ext cx="2847556" cy="2945376"/>
            <a:chOff x="478651" y="1354540"/>
            <a:chExt cx="6888619" cy="276701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A03421-06A2-06DB-5E78-77E0D0CC4657}"/>
                </a:ext>
              </a:extLst>
            </p:cNvPr>
            <p:cNvSpPr/>
            <p:nvPr/>
          </p:nvSpPr>
          <p:spPr>
            <a:xfrm>
              <a:off x="478651" y="1354540"/>
              <a:ext cx="6888619" cy="2767012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8EB4C7-F6B4-2CCD-EAA2-C2F8C0AB869E}"/>
                </a:ext>
              </a:extLst>
            </p:cNvPr>
            <p:cNvSpPr/>
            <p:nvPr/>
          </p:nvSpPr>
          <p:spPr>
            <a:xfrm>
              <a:off x="7225211" y="1354540"/>
              <a:ext cx="121324" cy="27670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D79C8AD-705A-99B1-2476-BD1BD0A6EC0E}"/>
                </a:ext>
              </a:extLst>
            </p:cNvPr>
            <p:cNvSpPr/>
            <p:nvPr/>
          </p:nvSpPr>
          <p:spPr>
            <a:xfrm>
              <a:off x="7225211" y="1653033"/>
              <a:ext cx="132353" cy="334583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08CF32E2-0BE6-CAC5-D0F2-FF51640B2B24}"/>
                </a:ext>
              </a:extLst>
            </p:cNvPr>
            <p:cNvSpPr/>
            <p:nvPr/>
          </p:nvSpPr>
          <p:spPr>
            <a:xfrm>
              <a:off x="7223570" y="1368261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9A165826-C7E8-851B-7301-B22ECC063CB9}"/>
                </a:ext>
              </a:extLst>
            </p:cNvPr>
            <p:cNvSpPr/>
            <p:nvPr/>
          </p:nvSpPr>
          <p:spPr>
            <a:xfrm flipV="1">
              <a:off x="7220788" y="3923293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3FDD9852-D644-F15C-47FE-44E54666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62" y="4500111"/>
            <a:ext cx="500742" cy="5007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685CD47-619A-E5E9-BCE3-EC29CA388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734" y="4500111"/>
            <a:ext cx="525779" cy="50908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BE68A21-87E8-988F-948A-1283D3BE7606}"/>
              </a:ext>
            </a:extLst>
          </p:cNvPr>
          <p:cNvSpPr txBox="1"/>
          <p:nvPr/>
        </p:nvSpPr>
        <p:spPr>
          <a:xfrm>
            <a:off x="1763656" y="1547206"/>
            <a:ext cx="544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062F56-6708-84A7-5717-910FE3F2C0F5}"/>
              </a:ext>
            </a:extLst>
          </p:cNvPr>
          <p:cNvSpPr/>
          <p:nvPr/>
        </p:nvSpPr>
        <p:spPr>
          <a:xfrm>
            <a:off x="1452131" y="1583948"/>
            <a:ext cx="274770" cy="285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75DF5A-16D1-A642-6E2E-B4E4C2BE5496}"/>
              </a:ext>
            </a:extLst>
          </p:cNvPr>
          <p:cNvSpPr txBox="1"/>
          <p:nvPr/>
        </p:nvSpPr>
        <p:spPr>
          <a:xfrm>
            <a:off x="1763656" y="1911569"/>
            <a:ext cx="172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C76DDEE-BD96-CC46-4CB9-CAEB7E49BB3F}"/>
              </a:ext>
            </a:extLst>
          </p:cNvPr>
          <p:cNvSpPr/>
          <p:nvPr/>
        </p:nvSpPr>
        <p:spPr>
          <a:xfrm>
            <a:off x="1452131" y="1948311"/>
            <a:ext cx="274770" cy="285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7D5305-CE91-B704-A3FC-E5EEDF814025}"/>
              </a:ext>
            </a:extLst>
          </p:cNvPr>
          <p:cNvSpPr txBox="1"/>
          <p:nvPr/>
        </p:nvSpPr>
        <p:spPr>
          <a:xfrm>
            <a:off x="1763656" y="2267309"/>
            <a:ext cx="172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Body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D44ED98-5B3D-23B5-0A01-FEA06EC88128}"/>
              </a:ext>
            </a:extLst>
          </p:cNvPr>
          <p:cNvSpPr/>
          <p:nvPr/>
        </p:nvSpPr>
        <p:spPr>
          <a:xfrm>
            <a:off x="1452131" y="2304051"/>
            <a:ext cx="274770" cy="285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52F858-C338-051F-5228-528AD22CA814}"/>
              </a:ext>
            </a:extLst>
          </p:cNvPr>
          <p:cNvSpPr txBox="1"/>
          <p:nvPr/>
        </p:nvSpPr>
        <p:spPr>
          <a:xfrm>
            <a:off x="1763656" y="2623049"/>
            <a:ext cx="172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Organization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D5E3D8A-52DF-A7BD-00CE-AEBEF0AB7278}"/>
              </a:ext>
            </a:extLst>
          </p:cNvPr>
          <p:cNvSpPr/>
          <p:nvPr/>
        </p:nvSpPr>
        <p:spPr>
          <a:xfrm>
            <a:off x="1452131" y="2659791"/>
            <a:ext cx="274770" cy="285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53E9CD-DC80-3670-DE9B-03E709001C3E}"/>
              </a:ext>
            </a:extLst>
          </p:cNvPr>
          <p:cNvSpPr txBox="1"/>
          <p:nvPr/>
        </p:nvSpPr>
        <p:spPr>
          <a:xfrm>
            <a:off x="1763656" y="2978789"/>
            <a:ext cx="172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Kind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E637219-A70B-40BA-1ABA-06E4C3B6C13E}"/>
              </a:ext>
            </a:extLst>
          </p:cNvPr>
          <p:cNvSpPr/>
          <p:nvPr/>
        </p:nvSpPr>
        <p:spPr>
          <a:xfrm>
            <a:off x="1452131" y="3015531"/>
            <a:ext cx="274770" cy="285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65D56F-CBD3-A8B3-F363-21348046DC16}"/>
              </a:ext>
            </a:extLst>
          </p:cNvPr>
          <p:cNvSpPr txBox="1"/>
          <p:nvPr/>
        </p:nvSpPr>
        <p:spPr>
          <a:xfrm>
            <a:off x="1763656" y="3334529"/>
            <a:ext cx="172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Priority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3B647DB-0336-F16A-1F92-A2F311481B32}"/>
              </a:ext>
            </a:extLst>
          </p:cNvPr>
          <p:cNvSpPr/>
          <p:nvPr/>
        </p:nvSpPr>
        <p:spPr>
          <a:xfrm>
            <a:off x="1452131" y="3371271"/>
            <a:ext cx="274770" cy="2853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6B1683E-0BF1-4F2B-38EA-80BE509452D9}"/>
              </a:ext>
            </a:extLst>
          </p:cNvPr>
          <p:cNvSpPr txBox="1"/>
          <p:nvPr/>
        </p:nvSpPr>
        <p:spPr>
          <a:xfrm>
            <a:off x="1763656" y="3690269"/>
            <a:ext cx="172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Assigned_To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F699EBE-45D1-8752-1062-76F8ED4C6FD4}"/>
              </a:ext>
            </a:extLst>
          </p:cNvPr>
          <p:cNvSpPr/>
          <p:nvPr/>
        </p:nvSpPr>
        <p:spPr>
          <a:xfrm>
            <a:off x="1452131" y="3727011"/>
            <a:ext cx="274770" cy="285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45AC048-2C26-8E68-A378-DB7EE8E4A016}"/>
              </a:ext>
            </a:extLst>
          </p:cNvPr>
          <p:cNvSpPr txBox="1"/>
          <p:nvPr/>
        </p:nvSpPr>
        <p:spPr>
          <a:xfrm>
            <a:off x="1763656" y="4046009"/>
            <a:ext cx="172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Update_Date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18B4289-BCD0-F522-48AC-295E66635B78}"/>
              </a:ext>
            </a:extLst>
          </p:cNvPr>
          <p:cNvSpPr/>
          <p:nvPr/>
        </p:nvSpPr>
        <p:spPr>
          <a:xfrm>
            <a:off x="1452131" y="4082751"/>
            <a:ext cx="274770" cy="2853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Arrow: Up 70">
            <a:extLst>
              <a:ext uri="{FF2B5EF4-FFF2-40B4-BE49-F238E27FC236}">
                <a16:creationId xmlns:a16="http://schemas.microsoft.com/office/drawing/2014/main" id="{783DAB42-BCAE-EDBC-5AB7-C58F639D9996}"/>
              </a:ext>
            </a:extLst>
          </p:cNvPr>
          <p:cNvSpPr/>
          <p:nvPr/>
        </p:nvSpPr>
        <p:spPr>
          <a:xfrm>
            <a:off x="857106" y="1948311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Up 71">
            <a:extLst>
              <a:ext uri="{FF2B5EF4-FFF2-40B4-BE49-F238E27FC236}">
                <a16:creationId xmlns:a16="http://schemas.microsoft.com/office/drawing/2014/main" id="{8B5F33B7-87FB-74F9-AC57-391EEB9762AC}"/>
              </a:ext>
            </a:extLst>
          </p:cNvPr>
          <p:cNvSpPr/>
          <p:nvPr/>
        </p:nvSpPr>
        <p:spPr>
          <a:xfrm flipV="1">
            <a:off x="1110205" y="1969929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row: Up 74">
            <a:extLst>
              <a:ext uri="{FF2B5EF4-FFF2-40B4-BE49-F238E27FC236}">
                <a16:creationId xmlns:a16="http://schemas.microsoft.com/office/drawing/2014/main" id="{0A0CC460-125F-4E19-E2AF-96AFB420CC33}"/>
              </a:ext>
            </a:extLst>
          </p:cNvPr>
          <p:cNvSpPr/>
          <p:nvPr/>
        </p:nvSpPr>
        <p:spPr>
          <a:xfrm>
            <a:off x="857106" y="2331679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row: Up 75">
            <a:extLst>
              <a:ext uri="{FF2B5EF4-FFF2-40B4-BE49-F238E27FC236}">
                <a16:creationId xmlns:a16="http://schemas.microsoft.com/office/drawing/2014/main" id="{A71EED26-06C6-25AE-5569-F98DD728688F}"/>
              </a:ext>
            </a:extLst>
          </p:cNvPr>
          <p:cNvSpPr/>
          <p:nvPr/>
        </p:nvSpPr>
        <p:spPr>
          <a:xfrm flipV="1">
            <a:off x="1110205" y="2353297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Arrow: Up 77">
            <a:extLst>
              <a:ext uri="{FF2B5EF4-FFF2-40B4-BE49-F238E27FC236}">
                <a16:creationId xmlns:a16="http://schemas.microsoft.com/office/drawing/2014/main" id="{66A94C02-DA4A-D76E-EF6D-D8A0C8FE9BFA}"/>
              </a:ext>
            </a:extLst>
          </p:cNvPr>
          <p:cNvSpPr/>
          <p:nvPr/>
        </p:nvSpPr>
        <p:spPr>
          <a:xfrm>
            <a:off x="857106" y="2697422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row: Up 78">
            <a:extLst>
              <a:ext uri="{FF2B5EF4-FFF2-40B4-BE49-F238E27FC236}">
                <a16:creationId xmlns:a16="http://schemas.microsoft.com/office/drawing/2014/main" id="{C1A1BEA4-6338-D01F-0C30-4A1E7471EE17}"/>
              </a:ext>
            </a:extLst>
          </p:cNvPr>
          <p:cNvSpPr/>
          <p:nvPr/>
        </p:nvSpPr>
        <p:spPr>
          <a:xfrm flipV="1">
            <a:off x="1110205" y="2719040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row: Up 80">
            <a:extLst>
              <a:ext uri="{FF2B5EF4-FFF2-40B4-BE49-F238E27FC236}">
                <a16:creationId xmlns:a16="http://schemas.microsoft.com/office/drawing/2014/main" id="{C34A17AC-6085-3ACE-C1BC-445F84DA3334}"/>
              </a:ext>
            </a:extLst>
          </p:cNvPr>
          <p:cNvSpPr/>
          <p:nvPr/>
        </p:nvSpPr>
        <p:spPr>
          <a:xfrm>
            <a:off x="857106" y="3055537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Arrow: Up 81">
            <a:extLst>
              <a:ext uri="{FF2B5EF4-FFF2-40B4-BE49-F238E27FC236}">
                <a16:creationId xmlns:a16="http://schemas.microsoft.com/office/drawing/2014/main" id="{3FDA999B-71A8-BEC9-F92D-0FCFAD48DE8B}"/>
              </a:ext>
            </a:extLst>
          </p:cNvPr>
          <p:cNvSpPr/>
          <p:nvPr/>
        </p:nvSpPr>
        <p:spPr>
          <a:xfrm flipV="1">
            <a:off x="1110205" y="3077155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Arrow: Up 83">
            <a:extLst>
              <a:ext uri="{FF2B5EF4-FFF2-40B4-BE49-F238E27FC236}">
                <a16:creationId xmlns:a16="http://schemas.microsoft.com/office/drawing/2014/main" id="{8A03AD44-0F8D-5E17-90C9-D88FDB56DDC5}"/>
              </a:ext>
            </a:extLst>
          </p:cNvPr>
          <p:cNvSpPr/>
          <p:nvPr/>
        </p:nvSpPr>
        <p:spPr>
          <a:xfrm>
            <a:off x="857106" y="3409846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Arrow: Up 84">
            <a:extLst>
              <a:ext uri="{FF2B5EF4-FFF2-40B4-BE49-F238E27FC236}">
                <a16:creationId xmlns:a16="http://schemas.microsoft.com/office/drawing/2014/main" id="{CE5DAEFF-3A03-302D-01D2-9BE8AFFBD4AB}"/>
              </a:ext>
            </a:extLst>
          </p:cNvPr>
          <p:cNvSpPr/>
          <p:nvPr/>
        </p:nvSpPr>
        <p:spPr>
          <a:xfrm flipV="1">
            <a:off x="1110205" y="3431464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rrow: Up 86">
            <a:extLst>
              <a:ext uri="{FF2B5EF4-FFF2-40B4-BE49-F238E27FC236}">
                <a16:creationId xmlns:a16="http://schemas.microsoft.com/office/drawing/2014/main" id="{6123D855-022B-D418-B18D-A8FE0927C4EF}"/>
              </a:ext>
            </a:extLst>
          </p:cNvPr>
          <p:cNvSpPr/>
          <p:nvPr/>
        </p:nvSpPr>
        <p:spPr>
          <a:xfrm>
            <a:off x="857106" y="3759772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Arrow: Up 87">
            <a:extLst>
              <a:ext uri="{FF2B5EF4-FFF2-40B4-BE49-F238E27FC236}">
                <a16:creationId xmlns:a16="http://schemas.microsoft.com/office/drawing/2014/main" id="{E4A143F8-0E01-8A22-269C-D4AA758B7982}"/>
              </a:ext>
            </a:extLst>
          </p:cNvPr>
          <p:cNvSpPr/>
          <p:nvPr/>
        </p:nvSpPr>
        <p:spPr>
          <a:xfrm flipV="1">
            <a:off x="1110205" y="3781390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Arrow: Up 89">
            <a:extLst>
              <a:ext uri="{FF2B5EF4-FFF2-40B4-BE49-F238E27FC236}">
                <a16:creationId xmlns:a16="http://schemas.microsoft.com/office/drawing/2014/main" id="{98222B53-3543-FBC9-0A59-FB133478CD69}"/>
              </a:ext>
            </a:extLst>
          </p:cNvPr>
          <p:cNvSpPr/>
          <p:nvPr/>
        </p:nvSpPr>
        <p:spPr>
          <a:xfrm>
            <a:off x="857106" y="4089267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Arrow: Up 90">
            <a:extLst>
              <a:ext uri="{FF2B5EF4-FFF2-40B4-BE49-F238E27FC236}">
                <a16:creationId xmlns:a16="http://schemas.microsoft.com/office/drawing/2014/main" id="{8E8A5DDD-62D6-A226-2CB1-F69B12CF0D98}"/>
              </a:ext>
            </a:extLst>
          </p:cNvPr>
          <p:cNvSpPr/>
          <p:nvPr/>
        </p:nvSpPr>
        <p:spPr>
          <a:xfrm flipV="1">
            <a:off x="1110205" y="4110885"/>
            <a:ext cx="225823" cy="269752"/>
          </a:xfrm>
          <a:prstGeom prst="up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66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C25F-4304-10AC-B768-13AC1F0F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Reorder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974CC0-9642-1646-E30E-FE052294B396}"/>
              </a:ext>
            </a:extLst>
          </p:cNvPr>
          <p:cNvSpPr/>
          <p:nvPr/>
        </p:nvSpPr>
        <p:spPr>
          <a:xfrm>
            <a:off x="699608" y="1417627"/>
            <a:ext cx="2687968" cy="19576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1AD7A1-2021-250B-48CD-8B2A834F105B}"/>
              </a:ext>
            </a:extLst>
          </p:cNvPr>
          <p:cNvSpPr/>
          <p:nvPr/>
        </p:nvSpPr>
        <p:spPr>
          <a:xfrm>
            <a:off x="699608" y="1102560"/>
            <a:ext cx="2687968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Re-Order List by Rank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58D18-D9B9-172D-A4E4-3FFA73B5B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581" y="2779354"/>
            <a:ext cx="500742" cy="5007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FAC2C8-D8D2-1851-B7C8-30177B9FC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453" y="2779354"/>
            <a:ext cx="525779" cy="50908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2FB0946-0022-8C73-BEF4-BB0BF21B4855}"/>
              </a:ext>
            </a:extLst>
          </p:cNvPr>
          <p:cNvSpPr txBox="1"/>
          <p:nvPr/>
        </p:nvSpPr>
        <p:spPr>
          <a:xfrm>
            <a:off x="1718431" y="1594179"/>
            <a:ext cx="15526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100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23C320F-8FF5-99CD-EB9A-ECEF35ADA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64" y="1595620"/>
            <a:ext cx="515501" cy="38706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681BE7F-0A91-A3B7-7737-FCD3F5AB7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458" y="2297750"/>
            <a:ext cx="619301" cy="23679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8065A76-F0FD-D9A2-83CB-BD55EB35B09F}"/>
              </a:ext>
            </a:extLst>
          </p:cNvPr>
          <p:cNvSpPr txBox="1"/>
          <p:nvPr/>
        </p:nvSpPr>
        <p:spPr>
          <a:xfrm>
            <a:off x="1718431" y="2227262"/>
            <a:ext cx="15526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059EB-728C-BEA8-0A25-B15E13DE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39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4AB16-8333-1AE8-EAFD-5D87C8FB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5791-9256-1472-33FE-978AE32D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User Picker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577FB6-36D4-F923-D94E-BEA2F39B7BF7}"/>
              </a:ext>
            </a:extLst>
          </p:cNvPr>
          <p:cNvSpPr/>
          <p:nvPr/>
        </p:nvSpPr>
        <p:spPr>
          <a:xfrm>
            <a:off x="699607" y="1417627"/>
            <a:ext cx="9027399" cy="34366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951DD4-96F7-E50D-841C-9632ACD1244D}"/>
              </a:ext>
            </a:extLst>
          </p:cNvPr>
          <p:cNvSpPr/>
          <p:nvPr/>
        </p:nvSpPr>
        <p:spPr>
          <a:xfrm>
            <a:off x="699607" y="1102560"/>
            <a:ext cx="9027399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Pick a Person: {my purpose}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9AB88A6-7C87-1CDF-4B0D-F1246284FE33}"/>
              </a:ext>
            </a:extLst>
          </p:cNvPr>
          <p:cNvGrpSpPr/>
          <p:nvPr/>
        </p:nvGrpSpPr>
        <p:grpSpPr>
          <a:xfrm>
            <a:off x="797770" y="1483415"/>
            <a:ext cx="8806497" cy="2767012"/>
            <a:chOff x="478651" y="1354540"/>
            <a:chExt cx="6888619" cy="276701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AC94E1-7A11-E2D6-DF80-DD2D419C2C16}"/>
                </a:ext>
              </a:extLst>
            </p:cNvPr>
            <p:cNvSpPr/>
            <p:nvPr/>
          </p:nvSpPr>
          <p:spPr>
            <a:xfrm>
              <a:off x="478651" y="1354540"/>
              <a:ext cx="6888619" cy="2767012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B1C42C0-C512-5E1C-E503-B211E28DD934}"/>
                </a:ext>
              </a:extLst>
            </p:cNvPr>
            <p:cNvSpPr/>
            <p:nvPr/>
          </p:nvSpPr>
          <p:spPr>
            <a:xfrm>
              <a:off x="7225211" y="1354540"/>
              <a:ext cx="121324" cy="27670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B4BCED3-DB70-D5E7-2088-2F85DF1FC780}"/>
                </a:ext>
              </a:extLst>
            </p:cNvPr>
            <p:cNvSpPr/>
            <p:nvPr/>
          </p:nvSpPr>
          <p:spPr>
            <a:xfrm>
              <a:off x="7225211" y="1653033"/>
              <a:ext cx="132353" cy="334583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FBA535F1-6BA3-26EB-8F31-7D73C84459EC}"/>
                </a:ext>
              </a:extLst>
            </p:cNvPr>
            <p:cNvSpPr/>
            <p:nvPr/>
          </p:nvSpPr>
          <p:spPr>
            <a:xfrm>
              <a:off x="7223570" y="1368261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9510C730-99C3-A2F7-0378-17309817176C}"/>
                </a:ext>
              </a:extLst>
            </p:cNvPr>
            <p:cNvSpPr/>
            <p:nvPr/>
          </p:nvSpPr>
          <p:spPr>
            <a:xfrm flipV="1">
              <a:off x="7220788" y="3923293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117138F-40A6-F08F-8847-77A1B5436C00}"/>
              </a:ext>
            </a:extLst>
          </p:cNvPr>
          <p:cNvSpPr/>
          <p:nvPr/>
        </p:nvSpPr>
        <p:spPr>
          <a:xfrm>
            <a:off x="2092372" y="1527578"/>
            <a:ext cx="1571365" cy="36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Admin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E00C69-1667-C872-1373-E4AF593E4B4E}"/>
              </a:ext>
            </a:extLst>
          </p:cNvPr>
          <p:cNvSpPr/>
          <p:nvPr/>
        </p:nvSpPr>
        <p:spPr>
          <a:xfrm>
            <a:off x="854716" y="1527578"/>
            <a:ext cx="381650" cy="365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241A20-A11B-EC4B-BDFB-EB1DD2B9353E}"/>
              </a:ext>
            </a:extLst>
          </p:cNvPr>
          <p:cNvSpPr/>
          <p:nvPr/>
        </p:nvSpPr>
        <p:spPr>
          <a:xfrm>
            <a:off x="1350150" y="1527578"/>
            <a:ext cx="666800" cy="3657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2A54062-8201-1632-8274-C2CB1B98DBDD}"/>
              </a:ext>
            </a:extLst>
          </p:cNvPr>
          <p:cNvGrpSpPr/>
          <p:nvPr/>
        </p:nvGrpSpPr>
        <p:grpSpPr>
          <a:xfrm>
            <a:off x="8940904" y="2020868"/>
            <a:ext cx="381650" cy="334297"/>
            <a:chOff x="6832420" y="1433302"/>
            <a:chExt cx="381650" cy="33429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9B2C610-C92C-D9FB-3C85-A0719851643D}"/>
                </a:ext>
              </a:extLst>
            </p:cNvPr>
            <p:cNvSpPr/>
            <p:nvPr/>
          </p:nvSpPr>
          <p:spPr>
            <a:xfrm>
              <a:off x="6832420" y="1433302"/>
              <a:ext cx="381650" cy="33429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D9B0794-5E6E-79A1-38B0-2B8305912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81730" y="1461218"/>
              <a:ext cx="283030" cy="278465"/>
            </a:xfrm>
            <a:prstGeom prst="rect">
              <a:avLst/>
            </a:prstGeom>
          </p:spPr>
        </p:pic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1B080C8-0A14-28D5-4B8A-D80DDA1639B3}"/>
              </a:ext>
            </a:extLst>
          </p:cNvPr>
          <p:cNvSpPr/>
          <p:nvPr/>
        </p:nvSpPr>
        <p:spPr>
          <a:xfrm>
            <a:off x="3728972" y="1527578"/>
            <a:ext cx="2146069" cy="36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Admin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964F23-7B58-6E81-8701-B7925DD07CCF}"/>
              </a:ext>
            </a:extLst>
          </p:cNvPr>
          <p:cNvSpPr/>
          <p:nvPr/>
        </p:nvSpPr>
        <p:spPr>
          <a:xfrm>
            <a:off x="5999879" y="1527578"/>
            <a:ext cx="2842862" cy="36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[0] Root Org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B43330-566D-78AA-5D92-7418E1DD1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98" y="1552499"/>
            <a:ext cx="257106" cy="32233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ABEE855-DD6E-D111-0876-0C80544DEADE}"/>
              </a:ext>
            </a:extLst>
          </p:cNvPr>
          <p:cNvSpPr/>
          <p:nvPr/>
        </p:nvSpPr>
        <p:spPr>
          <a:xfrm>
            <a:off x="2092372" y="2007905"/>
            <a:ext cx="1571365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Stuart 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B05C79-1E96-704C-EE16-73F1BF1754A6}"/>
              </a:ext>
            </a:extLst>
          </p:cNvPr>
          <p:cNvSpPr/>
          <p:nvPr/>
        </p:nvSpPr>
        <p:spPr>
          <a:xfrm>
            <a:off x="854716" y="2007905"/>
            <a:ext cx="381650" cy="365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16AB87-F2CE-728F-938B-E2B0C1ABDF28}"/>
              </a:ext>
            </a:extLst>
          </p:cNvPr>
          <p:cNvSpPr/>
          <p:nvPr/>
        </p:nvSpPr>
        <p:spPr>
          <a:xfrm>
            <a:off x="1350150" y="2007905"/>
            <a:ext cx="666800" cy="3657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A1E2E2-06FD-BFCE-FFF5-CA22924907E4}"/>
              </a:ext>
            </a:extLst>
          </p:cNvPr>
          <p:cNvSpPr/>
          <p:nvPr/>
        </p:nvSpPr>
        <p:spPr>
          <a:xfrm>
            <a:off x="3728972" y="2007905"/>
            <a:ext cx="2146069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spookdejur@hotmail.com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C59AE6-8C83-8984-5073-0B1E6FF8E5DB}"/>
              </a:ext>
            </a:extLst>
          </p:cNvPr>
          <p:cNvSpPr/>
          <p:nvPr/>
        </p:nvSpPr>
        <p:spPr>
          <a:xfrm>
            <a:off x="5999879" y="2007905"/>
            <a:ext cx="2842862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[0] Root Org, [1] Child Org, …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9AF41B7-FE48-7D5B-98B1-322E84369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98" y="2032826"/>
            <a:ext cx="257106" cy="32233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36531EF-BB92-CAB5-06E2-1620E7C61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651" y="4294590"/>
            <a:ext cx="396295" cy="49536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90E3920-6DF4-B5AD-6230-A3A3FC510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9506" y="4297819"/>
            <a:ext cx="525779" cy="509087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788BE1DC-6B8D-187F-D965-E30678433D6C}"/>
              </a:ext>
            </a:extLst>
          </p:cNvPr>
          <p:cNvGrpSpPr/>
          <p:nvPr/>
        </p:nvGrpSpPr>
        <p:grpSpPr>
          <a:xfrm>
            <a:off x="8940904" y="2487197"/>
            <a:ext cx="381650" cy="334297"/>
            <a:chOff x="6832420" y="1433302"/>
            <a:chExt cx="381650" cy="33429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4D58D18-80BA-759F-BDFE-933124461AF5}"/>
                </a:ext>
              </a:extLst>
            </p:cNvPr>
            <p:cNvSpPr/>
            <p:nvPr/>
          </p:nvSpPr>
          <p:spPr>
            <a:xfrm>
              <a:off x="6832420" y="1433302"/>
              <a:ext cx="381650" cy="33429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B4F0FB9-099C-85A3-D6F9-97B684999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81730" y="1461218"/>
              <a:ext cx="283030" cy="278465"/>
            </a:xfrm>
            <a:prstGeom prst="rect">
              <a:avLst/>
            </a:prstGeom>
          </p:spPr>
        </p:pic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02376174-6EBE-612F-586E-E2B165220557}"/>
              </a:ext>
            </a:extLst>
          </p:cNvPr>
          <p:cNvSpPr/>
          <p:nvPr/>
        </p:nvSpPr>
        <p:spPr>
          <a:xfrm>
            <a:off x="2092372" y="2474234"/>
            <a:ext cx="1571365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Bob 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15EFEC-887A-240F-9AE9-9CB25F4327EF}"/>
              </a:ext>
            </a:extLst>
          </p:cNvPr>
          <p:cNvSpPr/>
          <p:nvPr/>
        </p:nvSpPr>
        <p:spPr>
          <a:xfrm>
            <a:off x="854716" y="2474234"/>
            <a:ext cx="381650" cy="365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7AC095E-BD39-7EB0-724A-B60222BE09F3}"/>
              </a:ext>
            </a:extLst>
          </p:cNvPr>
          <p:cNvSpPr/>
          <p:nvPr/>
        </p:nvSpPr>
        <p:spPr>
          <a:xfrm>
            <a:off x="1350150" y="2474234"/>
            <a:ext cx="666800" cy="3657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80565A-5DD8-114F-1C56-7516E5B5C9CB}"/>
              </a:ext>
            </a:extLst>
          </p:cNvPr>
          <p:cNvSpPr/>
          <p:nvPr/>
        </p:nvSpPr>
        <p:spPr>
          <a:xfrm>
            <a:off x="3728972" y="2474234"/>
            <a:ext cx="2146069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bob.dobbs@nomail.org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F087BD0-4846-C032-D83D-A3257E3331D7}"/>
              </a:ext>
            </a:extLst>
          </p:cNvPr>
          <p:cNvSpPr/>
          <p:nvPr/>
        </p:nvSpPr>
        <p:spPr>
          <a:xfrm>
            <a:off x="5999879" y="2474234"/>
            <a:ext cx="2842862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[9] Number 9 Org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8957C0F-E041-868A-B492-77A041EB8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98" y="2499155"/>
            <a:ext cx="257106" cy="32233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8403934-8D65-E357-0985-5962A37B35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093" y="4316215"/>
            <a:ext cx="504895" cy="49536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ECA60-5A56-DDB6-348B-7B74A9837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23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C093EF-9FBA-F7C3-108E-8344CB47FC16}"/>
              </a:ext>
            </a:extLst>
          </p:cNvPr>
          <p:cNvSpPr/>
          <p:nvPr/>
        </p:nvSpPr>
        <p:spPr>
          <a:xfrm>
            <a:off x="2093985" y="4367249"/>
            <a:ext cx="3781056" cy="311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Search for users here (</a:t>
            </a:r>
            <a:r>
              <a:rPr lang="en-US" sz="1200" dirty="0" err="1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ilike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%text%)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9FB50F-297F-FDC2-A518-DCEA8603E4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978" y="4413166"/>
            <a:ext cx="706552" cy="219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F7C4E1-14EE-87B2-0BE8-29322E88F2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6381" y="4366754"/>
            <a:ext cx="390580" cy="29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97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FDB3-3D4D-4CFF-407B-F7AA15ECB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Edit a User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2C7B7-4E6F-43BF-4CE0-B48886619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8" y="4227163"/>
            <a:ext cx="495369" cy="495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274913-496B-8E71-0087-56994FACB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517" y="1327977"/>
            <a:ext cx="375680" cy="375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A44DB81-AE7E-18D0-B031-0CBF789A11E9}"/>
              </a:ext>
            </a:extLst>
          </p:cNvPr>
          <p:cNvSpPr/>
          <p:nvPr/>
        </p:nvSpPr>
        <p:spPr>
          <a:xfrm>
            <a:off x="405036" y="1264203"/>
            <a:ext cx="7100408" cy="45781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6FD4BE-A5CE-8B0A-6626-1D133BF4CC4F}"/>
              </a:ext>
            </a:extLst>
          </p:cNvPr>
          <p:cNvSpPr/>
          <p:nvPr/>
        </p:nvSpPr>
        <p:spPr>
          <a:xfrm>
            <a:off x="405036" y="949137"/>
            <a:ext cx="7100408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User: {purpose}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ADA9CC-CDBA-AA94-22DE-4308AE10F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49" y="1906891"/>
            <a:ext cx="495369" cy="4831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FEFFD7-F4F7-1AD3-CA92-88F114933FA0}"/>
              </a:ext>
            </a:extLst>
          </p:cNvPr>
          <p:cNvSpPr txBox="1"/>
          <p:nvPr/>
        </p:nvSpPr>
        <p:spPr>
          <a:xfrm>
            <a:off x="1178506" y="1898359"/>
            <a:ext cx="3728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Move this user to a new org parent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5FBB32-C5D2-BAD5-BF34-FB498A6EEB1F}"/>
              </a:ext>
            </a:extLst>
          </p:cNvPr>
          <p:cNvSpPr/>
          <p:nvPr/>
        </p:nvSpPr>
        <p:spPr>
          <a:xfrm>
            <a:off x="5922121" y="1929917"/>
            <a:ext cx="943024" cy="365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14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5C579FC-3776-2A19-DF97-DBD1ECCD7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272" y="4365106"/>
            <a:ext cx="323903" cy="3176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67390DB-76A0-73D5-19D2-4D0F64B811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344" y="4365105"/>
            <a:ext cx="358407" cy="34702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3CC3CEC-4026-7AE1-23EF-984C937D3A75}"/>
              </a:ext>
            </a:extLst>
          </p:cNvPr>
          <p:cNvSpPr/>
          <p:nvPr/>
        </p:nvSpPr>
        <p:spPr>
          <a:xfrm>
            <a:off x="515524" y="1338521"/>
            <a:ext cx="490930" cy="3657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879CB3-D778-DF47-2C8C-68B09DC081F7}"/>
              </a:ext>
            </a:extLst>
          </p:cNvPr>
          <p:cNvSpPr/>
          <p:nvPr/>
        </p:nvSpPr>
        <p:spPr>
          <a:xfrm>
            <a:off x="1196916" y="1338521"/>
            <a:ext cx="2098020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Bob 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4615F3-065A-316D-2BEF-06D7D01572BF}"/>
              </a:ext>
            </a:extLst>
          </p:cNvPr>
          <p:cNvSpPr/>
          <p:nvPr/>
        </p:nvSpPr>
        <p:spPr>
          <a:xfrm>
            <a:off x="3404249" y="1338521"/>
            <a:ext cx="3303397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bob.dobbs@nomail.org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955B1B-4F6C-FD86-E958-6276E202F17C}"/>
              </a:ext>
            </a:extLst>
          </p:cNvPr>
          <p:cNvSpPr/>
          <p:nvPr/>
        </p:nvSpPr>
        <p:spPr>
          <a:xfrm>
            <a:off x="1256133" y="2208079"/>
            <a:ext cx="2842862" cy="240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[9] Number 9 Org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F5D5AB-CD23-9869-CD6A-BA4CD70E88CC}"/>
              </a:ext>
            </a:extLst>
          </p:cNvPr>
          <p:cNvSpPr txBox="1"/>
          <p:nvPr/>
        </p:nvSpPr>
        <p:spPr>
          <a:xfrm>
            <a:off x="1177664" y="4197784"/>
            <a:ext cx="4743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Remove user, all items will be re-assigned to user                       , check box to confirm: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E05AEED-DC38-2FA7-17F8-25027334DA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649" y="3534282"/>
            <a:ext cx="495369" cy="49536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B89B8BB-231E-636D-971E-E420FEBE052C}"/>
              </a:ext>
            </a:extLst>
          </p:cNvPr>
          <p:cNvSpPr txBox="1"/>
          <p:nvPr/>
        </p:nvSpPr>
        <p:spPr>
          <a:xfrm>
            <a:off x="1225206" y="2789651"/>
            <a:ext cx="5472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Edit Users Organizations, Memberships, and Roles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469BAC-849D-FE65-FC41-152E65C5E257}"/>
              </a:ext>
            </a:extLst>
          </p:cNvPr>
          <p:cNvSpPr txBox="1"/>
          <p:nvPr/>
        </p:nvSpPr>
        <p:spPr>
          <a:xfrm>
            <a:off x="1235628" y="3597300"/>
            <a:ext cx="47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Force Reset of Password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3460890-D4B5-2C4A-1A0C-6D87C7E99F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5633" y="3534282"/>
            <a:ext cx="396118" cy="396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E483C68-2B56-B6EB-0823-EF057C8DB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718" y="1921089"/>
            <a:ext cx="385152" cy="375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7CFCE3D-F3CC-3A02-041B-99CC207D07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404" y="5262061"/>
            <a:ext cx="525779" cy="50908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46023E-2AAA-98C8-ECF8-44E78FFF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628C81-E78B-5DC3-FCFE-84FF649CCE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808" y="2725112"/>
            <a:ext cx="474135" cy="47413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5D2A98-9386-B23C-3A01-AC12A8BE5882}"/>
              </a:ext>
            </a:extLst>
          </p:cNvPr>
          <p:cNvSpPr/>
          <p:nvPr/>
        </p:nvSpPr>
        <p:spPr>
          <a:xfrm>
            <a:off x="1839805" y="4523711"/>
            <a:ext cx="1105913" cy="278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F02A57-FF12-5A9F-47EE-5140D5BBF912}"/>
              </a:ext>
            </a:extLst>
          </p:cNvPr>
          <p:cNvSpPr/>
          <p:nvPr/>
        </p:nvSpPr>
        <p:spPr>
          <a:xfrm>
            <a:off x="1235628" y="4844115"/>
            <a:ext cx="2842862" cy="240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[1] spookdejur@hotmail.com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948B05-4EDA-34C4-8BC2-EA0B75227B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4517" y="2752548"/>
            <a:ext cx="408198" cy="3681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6216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3763-84D6-D42A-054A-877792C6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Reset Password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D79DB7-379D-36AE-C55B-0A712FE54752}"/>
              </a:ext>
            </a:extLst>
          </p:cNvPr>
          <p:cNvSpPr/>
          <p:nvPr/>
        </p:nvSpPr>
        <p:spPr>
          <a:xfrm>
            <a:off x="405035" y="1264203"/>
            <a:ext cx="4148553" cy="24424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2D190-BB97-49C2-730B-FC293F73502A}"/>
              </a:ext>
            </a:extLst>
          </p:cNvPr>
          <p:cNvSpPr/>
          <p:nvPr/>
        </p:nvSpPr>
        <p:spPr>
          <a:xfrm>
            <a:off x="405035" y="949137"/>
            <a:ext cx="4148553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Reset-Password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64AC4A-620F-3229-D4EF-F42820BC6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19" y="1593682"/>
            <a:ext cx="443378" cy="1565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818504F-0552-6ABC-361E-65203A2D2F66}"/>
              </a:ext>
            </a:extLst>
          </p:cNvPr>
          <p:cNvSpPr/>
          <p:nvPr/>
        </p:nvSpPr>
        <p:spPr>
          <a:xfrm>
            <a:off x="1192911" y="1491350"/>
            <a:ext cx="2660653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ABC-123-6DC-HGF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62BFC-A49F-323D-0925-FCDA5E810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462" y="1515293"/>
            <a:ext cx="308228" cy="3082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2137DD5-2A2B-926C-EA66-9A746009E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462" y="3243318"/>
            <a:ext cx="404249" cy="4042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F7C253-C4AE-BAC0-AF7C-8010AE626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7132" y="3248170"/>
            <a:ext cx="424461" cy="4109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99F6923-B005-3ADC-4DFF-A3972C116ECB}"/>
              </a:ext>
            </a:extLst>
          </p:cNvPr>
          <p:cNvSpPr txBox="1"/>
          <p:nvPr/>
        </p:nvSpPr>
        <p:spPr>
          <a:xfrm>
            <a:off x="1192912" y="2069095"/>
            <a:ext cx="26606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*************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B089A5B-B22F-46E7-B995-0D99CEAEE3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02" y="2065752"/>
            <a:ext cx="381843" cy="32013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783FA0C-0920-1FDC-CF2C-F4050BB301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1073" y="2065752"/>
            <a:ext cx="365007" cy="30822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07EDE8C-4F68-E088-B122-DBD94BC2B298}"/>
              </a:ext>
            </a:extLst>
          </p:cNvPr>
          <p:cNvSpPr txBox="1"/>
          <p:nvPr/>
        </p:nvSpPr>
        <p:spPr>
          <a:xfrm>
            <a:off x="1192912" y="2559486"/>
            <a:ext cx="26606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*************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4508DF3-B817-A918-C5D9-A92E44CD6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02" y="2556143"/>
            <a:ext cx="381843" cy="32013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B60FEEA-15E4-20B0-91D1-33366A4018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1073" y="2556143"/>
            <a:ext cx="365007" cy="308228"/>
          </a:xfrm>
          <a:prstGeom prst="rect">
            <a:avLst/>
          </a:prstGeom>
        </p:spPr>
      </p:pic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A68C7952-3DE6-8205-63BE-677C64A4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25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D7E3D7-C7AB-1BA4-5496-80F4A9E68CB7}"/>
              </a:ext>
            </a:extLst>
          </p:cNvPr>
          <p:cNvSpPr txBox="1"/>
          <p:nvPr/>
        </p:nvSpPr>
        <p:spPr>
          <a:xfrm>
            <a:off x="856605" y="3296329"/>
            <a:ext cx="2259182" cy="276999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^[a-z0-9!#$().-]{11,}$</a:t>
            </a:r>
            <a:endParaRPr lang="en-US" sz="1200" dirty="0">
              <a:solidFill>
                <a:schemeClr val="tx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E991ED4-2112-4342-4CE1-D80B2B90CD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406" y="3257493"/>
            <a:ext cx="329449" cy="31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5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7519-6D6E-2173-73D0-5BC8AD14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Organization Picker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F6A521-DE79-9015-5C20-C57CBD7A4AAC}"/>
              </a:ext>
            </a:extLst>
          </p:cNvPr>
          <p:cNvSpPr/>
          <p:nvPr/>
        </p:nvSpPr>
        <p:spPr>
          <a:xfrm>
            <a:off x="405036" y="1264204"/>
            <a:ext cx="7100408" cy="3553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6CEFF7-D488-AB9A-9ADA-ACF8D8EE005B}"/>
              </a:ext>
            </a:extLst>
          </p:cNvPr>
          <p:cNvSpPr/>
          <p:nvPr/>
        </p:nvSpPr>
        <p:spPr>
          <a:xfrm>
            <a:off x="405036" y="949137"/>
            <a:ext cx="7100408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Pick an Organization for {purpose}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CE7DD3-3F77-8BBD-D3A2-A4B505C8D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996" y="4215392"/>
            <a:ext cx="525779" cy="5090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9EED13-75DE-9C06-A788-DB81A1364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3979" y="4222894"/>
            <a:ext cx="450668" cy="500742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76A915C4-5E70-3BCE-964E-77A2367D2E00}"/>
              </a:ext>
            </a:extLst>
          </p:cNvPr>
          <p:cNvGrpSpPr/>
          <p:nvPr/>
        </p:nvGrpSpPr>
        <p:grpSpPr>
          <a:xfrm>
            <a:off x="478651" y="1354540"/>
            <a:ext cx="6938124" cy="2767012"/>
            <a:chOff x="478651" y="1354540"/>
            <a:chExt cx="6888619" cy="2767012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EC18D26-BFAF-7F7A-9916-5950689BCF8A}"/>
                </a:ext>
              </a:extLst>
            </p:cNvPr>
            <p:cNvSpPr/>
            <p:nvPr/>
          </p:nvSpPr>
          <p:spPr>
            <a:xfrm>
              <a:off x="478651" y="1354540"/>
              <a:ext cx="6888619" cy="2767012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C8CCE65-789B-D739-9C83-C8014C8757AF}"/>
                </a:ext>
              </a:extLst>
            </p:cNvPr>
            <p:cNvSpPr/>
            <p:nvPr/>
          </p:nvSpPr>
          <p:spPr>
            <a:xfrm>
              <a:off x="7225211" y="1354540"/>
              <a:ext cx="121324" cy="27670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4B1CF00C-37A0-BCDF-960F-A3FE4A332B04}"/>
                </a:ext>
              </a:extLst>
            </p:cNvPr>
            <p:cNvSpPr/>
            <p:nvPr/>
          </p:nvSpPr>
          <p:spPr>
            <a:xfrm>
              <a:off x="7225211" y="1653033"/>
              <a:ext cx="132353" cy="334583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7EFDBC93-27ED-5B11-F2A7-094E22F94775}"/>
                </a:ext>
              </a:extLst>
            </p:cNvPr>
            <p:cNvSpPr/>
            <p:nvPr/>
          </p:nvSpPr>
          <p:spPr>
            <a:xfrm>
              <a:off x="7223570" y="1368261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E659D3AE-D4E5-E87F-BD6B-854582356853}"/>
                </a:ext>
              </a:extLst>
            </p:cNvPr>
            <p:cNvSpPr/>
            <p:nvPr/>
          </p:nvSpPr>
          <p:spPr>
            <a:xfrm flipV="1">
              <a:off x="7220788" y="3923293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4C39AA02-4C6F-A78C-B328-1B0A7BEA6A7F}"/>
              </a:ext>
            </a:extLst>
          </p:cNvPr>
          <p:cNvSpPr/>
          <p:nvPr/>
        </p:nvSpPr>
        <p:spPr>
          <a:xfrm>
            <a:off x="1797800" y="1427170"/>
            <a:ext cx="5405619" cy="36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Root Organization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5F25F5-3914-2CA8-EA0F-512B11F1965D}"/>
              </a:ext>
            </a:extLst>
          </p:cNvPr>
          <p:cNvSpPr/>
          <p:nvPr/>
        </p:nvSpPr>
        <p:spPr>
          <a:xfrm>
            <a:off x="1060657" y="1923370"/>
            <a:ext cx="666800" cy="3657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5C2939-D092-AC0F-4E47-CD60B768F49C}"/>
              </a:ext>
            </a:extLst>
          </p:cNvPr>
          <p:cNvSpPr/>
          <p:nvPr/>
        </p:nvSpPr>
        <p:spPr>
          <a:xfrm>
            <a:off x="560144" y="1427170"/>
            <a:ext cx="381650" cy="365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5E9DC0-7902-9502-7BC0-01CF47EBC0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90" y="1451490"/>
            <a:ext cx="279230" cy="316109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1CC4F04E-BA3F-1FD8-94E6-86EE4BA289BE}"/>
              </a:ext>
            </a:extLst>
          </p:cNvPr>
          <p:cNvSpPr/>
          <p:nvPr/>
        </p:nvSpPr>
        <p:spPr>
          <a:xfrm>
            <a:off x="2183906" y="1913342"/>
            <a:ext cx="4589382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Sub Organization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B426F19-32E5-BEC2-CC41-03CEFD1AE820}"/>
              </a:ext>
            </a:extLst>
          </p:cNvPr>
          <p:cNvSpPr/>
          <p:nvPr/>
        </p:nvSpPr>
        <p:spPr>
          <a:xfrm>
            <a:off x="560144" y="1923973"/>
            <a:ext cx="381650" cy="365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4DB9F84-6477-C1D7-323E-6F84027545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90" y="1948293"/>
            <a:ext cx="279230" cy="316109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DD4F41A0-46A3-0639-9AD6-ED834645953F}"/>
              </a:ext>
            </a:extLst>
          </p:cNvPr>
          <p:cNvSpPr/>
          <p:nvPr/>
        </p:nvSpPr>
        <p:spPr>
          <a:xfrm>
            <a:off x="2190669" y="2367678"/>
            <a:ext cx="4589382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Sub Organization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809C3A7-ED7A-36BA-9B7C-EB39F67575AA}"/>
              </a:ext>
            </a:extLst>
          </p:cNvPr>
          <p:cNvSpPr/>
          <p:nvPr/>
        </p:nvSpPr>
        <p:spPr>
          <a:xfrm>
            <a:off x="560144" y="2395472"/>
            <a:ext cx="381650" cy="365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06824D8-876B-80AA-329A-616C3310B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90" y="2419792"/>
            <a:ext cx="279230" cy="316109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22A9D9EB-1EE7-3E68-8955-CBCD95FD1B89}"/>
              </a:ext>
            </a:extLst>
          </p:cNvPr>
          <p:cNvSpPr/>
          <p:nvPr/>
        </p:nvSpPr>
        <p:spPr>
          <a:xfrm>
            <a:off x="1060656" y="2379439"/>
            <a:ext cx="666800" cy="3657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25FFDCE-36EC-B022-BD34-ED9C5F643AF6}"/>
              </a:ext>
            </a:extLst>
          </p:cNvPr>
          <p:cNvGrpSpPr/>
          <p:nvPr/>
        </p:nvGrpSpPr>
        <p:grpSpPr>
          <a:xfrm>
            <a:off x="6833858" y="1914137"/>
            <a:ext cx="381650" cy="334297"/>
            <a:chOff x="6832420" y="1433302"/>
            <a:chExt cx="381650" cy="33429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73571CF-F505-8511-D59C-0CB0997804D4}"/>
                </a:ext>
              </a:extLst>
            </p:cNvPr>
            <p:cNvSpPr/>
            <p:nvPr/>
          </p:nvSpPr>
          <p:spPr>
            <a:xfrm>
              <a:off x="6832420" y="1433302"/>
              <a:ext cx="381650" cy="33429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hlinkClick r:id="rId7" action="ppaction://hlinksldjump"/>
              <a:extLst>
                <a:ext uri="{FF2B5EF4-FFF2-40B4-BE49-F238E27FC236}">
                  <a16:creationId xmlns:a16="http://schemas.microsoft.com/office/drawing/2014/main" id="{7EAC0796-DF63-17F9-C4C0-611AB8743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81730" y="1461218"/>
              <a:ext cx="283030" cy="278465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72D65A5-ECBB-C222-A989-E5E935BBA2BA}"/>
              </a:ext>
            </a:extLst>
          </p:cNvPr>
          <p:cNvGrpSpPr/>
          <p:nvPr/>
        </p:nvGrpSpPr>
        <p:grpSpPr>
          <a:xfrm>
            <a:off x="6835296" y="2394972"/>
            <a:ext cx="381650" cy="334297"/>
            <a:chOff x="6832420" y="1433302"/>
            <a:chExt cx="381650" cy="334297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7D4D87A-0B49-EC4A-F6E3-B7429A8D0407}"/>
                </a:ext>
              </a:extLst>
            </p:cNvPr>
            <p:cNvSpPr/>
            <p:nvPr/>
          </p:nvSpPr>
          <p:spPr>
            <a:xfrm>
              <a:off x="6832420" y="1433302"/>
              <a:ext cx="381650" cy="33429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F05A1EFD-D116-E291-0182-D29B98E0B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81730" y="1461218"/>
              <a:ext cx="283030" cy="278465"/>
            </a:xfrm>
            <a:prstGeom prst="rect">
              <a:avLst/>
            </a:prstGeom>
          </p:spPr>
        </p:pic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9CB991CD-08F0-517B-72C5-8E01B5A22FB6}"/>
              </a:ext>
            </a:extLst>
          </p:cNvPr>
          <p:cNvSpPr/>
          <p:nvPr/>
        </p:nvSpPr>
        <p:spPr>
          <a:xfrm>
            <a:off x="2183906" y="2833020"/>
            <a:ext cx="4589382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&gt; Sub-Sub Organization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A345CDA-03D3-E312-0049-6B5BA927F28F}"/>
              </a:ext>
            </a:extLst>
          </p:cNvPr>
          <p:cNvSpPr/>
          <p:nvPr/>
        </p:nvSpPr>
        <p:spPr>
          <a:xfrm>
            <a:off x="553381" y="2860814"/>
            <a:ext cx="381650" cy="365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3F3FCFE3-7F3A-6F91-4608-4BCB6097A5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27" y="2885134"/>
            <a:ext cx="279230" cy="316109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CD60B319-CC44-A96A-191E-B80B9054ED9B}"/>
              </a:ext>
            </a:extLst>
          </p:cNvPr>
          <p:cNvSpPr/>
          <p:nvPr/>
        </p:nvSpPr>
        <p:spPr>
          <a:xfrm>
            <a:off x="1053893" y="2844781"/>
            <a:ext cx="666800" cy="3657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1647A91-262A-14D5-8C33-8BCFE19A9935}"/>
              </a:ext>
            </a:extLst>
          </p:cNvPr>
          <p:cNvGrpSpPr/>
          <p:nvPr/>
        </p:nvGrpSpPr>
        <p:grpSpPr>
          <a:xfrm>
            <a:off x="6828533" y="2860314"/>
            <a:ext cx="381650" cy="334297"/>
            <a:chOff x="6832420" y="1433302"/>
            <a:chExt cx="381650" cy="334297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F54F370-828B-4524-6B7C-7CC5D1D2EAEB}"/>
                </a:ext>
              </a:extLst>
            </p:cNvPr>
            <p:cNvSpPr/>
            <p:nvPr/>
          </p:nvSpPr>
          <p:spPr>
            <a:xfrm>
              <a:off x="6832420" y="1433302"/>
              <a:ext cx="381650" cy="33429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3140FBCE-5AE4-F895-3506-216C60525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81730" y="1461218"/>
              <a:ext cx="283030" cy="278465"/>
            </a:xfrm>
            <a:prstGeom prst="rect">
              <a:avLst/>
            </a:prstGeom>
          </p:spPr>
        </p:pic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A07917C5-987F-2664-275A-86757DCE3AB4}"/>
              </a:ext>
            </a:extLst>
          </p:cNvPr>
          <p:cNvSpPr/>
          <p:nvPr/>
        </p:nvSpPr>
        <p:spPr>
          <a:xfrm>
            <a:off x="2177143" y="3298362"/>
            <a:ext cx="4589382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&gt; Sub-Sub Organization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FC3FF28-3AD1-3C36-7F21-30FA475D6C88}"/>
              </a:ext>
            </a:extLst>
          </p:cNvPr>
          <p:cNvSpPr/>
          <p:nvPr/>
        </p:nvSpPr>
        <p:spPr>
          <a:xfrm>
            <a:off x="546618" y="3326156"/>
            <a:ext cx="381650" cy="365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04057864-FBCF-0CDF-1290-FFB4AB67D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64" y="3350476"/>
            <a:ext cx="279230" cy="316109"/>
          </a:xfrm>
          <a:prstGeom prst="rect">
            <a:avLst/>
          </a:prstGeom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465551D6-6E1C-95B3-D603-FF5BDBC77E32}"/>
              </a:ext>
            </a:extLst>
          </p:cNvPr>
          <p:cNvSpPr/>
          <p:nvPr/>
        </p:nvSpPr>
        <p:spPr>
          <a:xfrm>
            <a:off x="1047130" y="3310123"/>
            <a:ext cx="666800" cy="3657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10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5DCC1DD-14F0-212A-B1C0-F2266CDF6FAA}"/>
              </a:ext>
            </a:extLst>
          </p:cNvPr>
          <p:cNvGrpSpPr/>
          <p:nvPr/>
        </p:nvGrpSpPr>
        <p:grpSpPr>
          <a:xfrm>
            <a:off x="6821770" y="3325656"/>
            <a:ext cx="381650" cy="334297"/>
            <a:chOff x="6832420" y="1433302"/>
            <a:chExt cx="381650" cy="334297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88F08B2-9514-7353-EE37-3253BD703F2A}"/>
                </a:ext>
              </a:extLst>
            </p:cNvPr>
            <p:cNvSpPr/>
            <p:nvPr/>
          </p:nvSpPr>
          <p:spPr>
            <a:xfrm>
              <a:off x="6832420" y="1433302"/>
              <a:ext cx="381650" cy="33429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5EA25F02-4003-10A0-21B4-C347F7B84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81730" y="1461218"/>
              <a:ext cx="283030" cy="278465"/>
            </a:xfrm>
            <a:prstGeom prst="rect">
              <a:avLst/>
            </a:prstGeom>
          </p:spPr>
        </p:pic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01350E1A-0539-2851-F239-DC496094A406}"/>
              </a:ext>
            </a:extLst>
          </p:cNvPr>
          <p:cNvSpPr/>
          <p:nvPr/>
        </p:nvSpPr>
        <p:spPr>
          <a:xfrm>
            <a:off x="1816126" y="1923370"/>
            <a:ext cx="325233" cy="3657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42515BA-F448-7E4D-8674-BD87DB778BD5}"/>
              </a:ext>
            </a:extLst>
          </p:cNvPr>
          <p:cNvSpPr/>
          <p:nvPr/>
        </p:nvSpPr>
        <p:spPr>
          <a:xfrm>
            <a:off x="1816125" y="2379439"/>
            <a:ext cx="325233" cy="3657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314DC5C-3A71-7E82-EA68-B90F3EDB3E7B}"/>
              </a:ext>
            </a:extLst>
          </p:cNvPr>
          <p:cNvSpPr/>
          <p:nvPr/>
        </p:nvSpPr>
        <p:spPr>
          <a:xfrm>
            <a:off x="1809362" y="2844781"/>
            <a:ext cx="325233" cy="3657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3178E2-5EC6-3927-0E0D-97193121D4D3}"/>
              </a:ext>
            </a:extLst>
          </p:cNvPr>
          <p:cNvSpPr/>
          <p:nvPr/>
        </p:nvSpPr>
        <p:spPr>
          <a:xfrm>
            <a:off x="1802599" y="3310123"/>
            <a:ext cx="325233" cy="3657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1E738AF-75AB-0F48-5481-7F1B33F05D87}"/>
              </a:ext>
            </a:extLst>
          </p:cNvPr>
          <p:cNvSpPr/>
          <p:nvPr/>
        </p:nvSpPr>
        <p:spPr>
          <a:xfrm>
            <a:off x="1055578" y="1404054"/>
            <a:ext cx="666800" cy="3657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CFF79-2005-B723-29AD-2B19FC22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26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11713C-6304-E0E9-90D5-3E681225789F}"/>
              </a:ext>
            </a:extLst>
          </p:cNvPr>
          <p:cNvSpPr/>
          <p:nvPr/>
        </p:nvSpPr>
        <p:spPr>
          <a:xfrm>
            <a:off x="478651" y="4355291"/>
            <a:ext cx="3781056" cy="311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Search for orgs here (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ilike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%text%)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D284B5-90AE-80BB-34E5-16E1ABE5E3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7644" y="4401208"/>
            <a:ext cx="706552" cy="219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03FF69-DE34-740F-9B86-C9C79E6DC3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1047" y="4354796"/>
            <a:ext cx="390580" cy="29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750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ECDB-D629-C300-A796-57DC1C685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Organization Editor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35B886-7C14-5238-2AFF-4BCF64D2AD2D}"/>
              </a:ext>
            </a:extLst>
          </p:cNvPr>
          <p:cNvSpPr/>
          <p:nvPr/>
        </p:nvSpPr>
        <p:spPr>
          <a:xfrm>
            <a:off x="515524" y="1403457"/>
            <a:ext cx="490930" cy="3657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EDFF8C-602D-82C1-F9B8-A1EFE64BAF46}"/>
              </a:ext>
            </a:extLst>
          </p:cNvPr>
          <p:cNvSpPr/>
          <p:nvPr/>
        </p:nvSpPr>
        <p:spPr>
          <a:xfrm>
            <a:off x="1071924" y="1403456"/>
            <a:ext cx="5856650" cy="365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84119F-C982-A2A2-6D0E-6FFC7396F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45" y="2942986"/>
            <a:ext cx="501179" cy="5568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41023A6-5328-224A-4E6C-D90F722D5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45" y="3808819"/>
            <a:ext cx="501179" cy="5376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5FBCE3-F5D2-A9F0-5841-82D58FB10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452" y="1403456"/>
            <a:ext cx="375680" cy="37568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3E68C9A-E5C5-838C-D002-4EAA13290946}"/>
              </a:ext>
            </a:extLst>
          </p:cNvPr>
          <p:cNvSpPr/>
          <p:nvPr/>
        </p:nvSpPr>
        <p:spPr>
          <a:xfrm>
            <a:off x="405036" y="1264203"/>
            <a:ext cx="7100408" cy="34243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0D8721-B603-687C-96AD-E49C79C83CB9}"/>
              </a:ext>
            </a:extLst>
          </p:cNvPr>
          <p:cNvSpPr/>
          <p:nvPr/>
        </p:nvSpPr>
        <p:spPr>
          <a:xfrm>
            <a:off x="405036" y="949137"/>
            <a:ext cx="7100408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Organization: {purpose}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E3EE67D-DB54-D085-4E49-285948845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524" y="2052517"/>
            <a:ext cx="570905" cy="55686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A3316CC-D0CA-990B-7DC3-9545B85E5D99}"/>
              </a:ext>
            </a:extLst>
          </p:cNvPr>
          <p:cNvSpPr txBox="1"/>
          <p:nvPr/>
        </p:nvSpPr>
        <p:spPr>
          <a:xfrm>
            <a:off x="1196917" y="2052517"/>
            <a:ext cx="3089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Move this under a new parent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D91920-A1AA-D419-1B34-8164CC81620E}"/>
              </a:ext>
            </a:extLst>
          </p:cNvPr>
          <p:cNvSpPr txBox="1"/>
          <p:nvPr/>
        </p:nvSpPr>
        <p:spPr>
          <a:xfrm>
            <a:off x="1196917" y="2942986"/>
            <a:ext cx="2751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a child organization…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10DEA5-32A5-A749-D423-32935DE4086B}"/>
              </a:ext>
            </a:extLst>
          </p:cNvPr>
          <p:cNvSpPr txBox="1"/>
          <p:nvPr/>
        </p:nvSpPr>
        <p:spPr>
          <a:xfrm>
            <a:off x="1196916" y="3808819"/>
            <a:ext cx="5160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organization and all its children, reassign all to parent, be SURE, check the box to confirm…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378CCC-0213-3EF6-2F1D-0C45158BECD3}"/>
              </a:ext>
            </a:extLst>
          </p:cNvPr>
          <p:cNvSpPr/>
          <p:nvPr/>
        </p:nvSpPr>
        <p:spPr>
          <a:xfrm>
            <a:off x="5940532" y="2052517"/>
            <a:ext cx="943024" cy="3657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F4F88FF-618F-D718-75CC-23883ACB0F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4044" y="2052517"/>
            <a:ext cx="402088" cy="4020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D7D631C-7219-C335-63AD-40DD17EB9D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0452" y="2942986"/>
            <a:ext cx="371828" cy="36573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98A9E89-5C21-BF87-F6BC-354AEAA6A2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9653" y="3808819"/>
            <a:ext cx="323903" cy="31767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0164334-1060-349D-4566-71717A160B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7725" y="3808819"/>
            <a:ext cx="358407" cy="3470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413CFD-0D56-AD97-99AB-934ECBC4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22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98B34-DD16-7F25-2C93-80614FC9D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Edit User Org Membership and Role Permissions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95DD90-4EC0-94DD-98E5-CEF5AF0172E4}"/>
              </a:ext>
            </a:extLst>
          </p:cNvPr>
          <p:cNvSpPr/>
          <p:nvPr/>
        </p:nvSpPr>
        <p:spPr>
          <a:xfrm>
            <a:off x="405036" y="1264204"/>
            <a:ext cx="11156908" cy="3553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233C4F-BDCA-D582-9345-64E34B18EAFF}"/>
              </a:ext>
            </a:extLst>
          </p:cNvPr>
          <p:cNvSpPr/>
          <p:nvPr/>
        </p:nvSpPr>
        <p:spPr>
          <a:xfrm>
            <a:off x="405036" y="949137"/>
            <a:ext cx="11144390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Organization Permissions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449A848-9E35-0348-5445-6ACB05E8D334}"/>
              </a:ext>
            </a:extLst>
          </p:cNvPr>
          <p:cNvGrpSpPr/>
          <p:nvPr/>
        </p:nvGrpSpPr>
        <p:grpSpPr>
          <a:xfrm>
            <a:off x="478651" y="1354540"/>
            <a:ext cx="11009650" cy="2767012"/>
            <a:chOff x="478651" y="1354540"/>
            <a:chExt cx="6888619" cy="276701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A74E04-C390-3EA5-D896-363CE64BEB39}"/>
                </a:ext>
              </a:extLst>
            </p:cNvPr>
            <p:cNvSpPr/>
            <p:nvPr/>
          </p:nvSpPr>
          <p:spPr>
            <a:xfrm>
              <a:off x="478651" y="1354540"/>
              <a:ext cx="6888619" cy="2767012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0DE67E-CB13-7A66-3044-A2D3197474BD}"/>
                </a:ext>
              </a:extLst>
            </p:cNvPr>
            <p:cNvSpPr/>
            <p:nvPr/>
          </p:nvSpPr>
          <p:spPr>
            <a:xfrm>
              <a:off x="7225211" y="1354540"/>
              <a:ext cx="121324" cy="27670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7DD73CE-8525-FAB7-F609-DE4D26D0C7A6}"/>
                </a:ext>
              </a:extLst>
            </p:cNvPr>
            <p:cNvSpPr/>
            <p:nvPr/>
          </p:nvSpPr>
          <p:spPr>
            <a:xfrm>
              <a:off x="7225211" y="1653033"/>
              <a:ext cx="132353" cy="334583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89514B90-925A-CD55-98C0-056DA3CC9884}"/>
                </a:ext>
              </a:extLst>
            </p:cNvPr>
            <p:cNvSpPr/>
            <p:nvPr/>
          </p:nvSpPr>
          <p:spPr>
            <a:xfrm>
              <a:off x="7223570" y="1368261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08A43890-AE76-FC02-F166-5738673A2C17}"/>
                </a:ext>
              </a:extLst>
            </p:cNvPr>
            <p:cNvSpPr/>
            <p:nvPr/>
          </p:nvSpPr>
          <p:spPr>
            <a:xfrm flipV="1">
              <a:off x="7220788" y="3923293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BC5A1B1-E293-5741-59E0-7D7F3EA45EC7}"/>
              </a:ext>
            </a:extLst>
          </p:cNvPr>
          <p:cNvSpPr/>
          <p:nvPr/>
        </p:nvSpPr>
        <p:spPr>
          <a:xfrm>
            <a:off x="4068459" y="1473009"/>
            <a:ext cx="7051627" cy="364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Root Organization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B36144-CC85-7C83-4D27-E03F32634C26}"/>
              </a:ext>
            </a:extLst>
          </p:cNvPr>
          <p:cNvSpPr/>
          <p:nvPr/>
        </p:nvSpPr>
        <p:spPr>
          <a:xfrm>
            <a:off x="4463012" y="1906967"/>
            <a:ext cx="6271074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Sub Organization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0D8771-704D-01CD-8B5A-092E7BC6B60F}"/>
              </a:ext>
            </a:extLst>
          </p:cNvPr>
          <p:cNvSpPr/>
          <p:nvPr/>
        </p:nvSpPr>
        <p:spPr>
          <a:xfrm>
            <a:off x="3333000" y="1906967"/>
            <a:ext cx="666800" cy="3657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29F842-9E87-2469-9905-C262BA10550E}"/>
              </a:ext>
            </a:extLst>
          </p:cNvPr>
          <p:cNvSpPr/>
          <p:nvPr/>
        </p:nvSpPr>
        <p:spPr>
          <a:xfrm>
            <a:off x="4456249" y="2365772"/>
            <a:ext cx="6271074" cy="36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&gt; Sub-Sub Organization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73883D-D9F2-2251-4F8D-5FF51A7FE82B}"/>
              </a:ext>
            </a:extLst>
          </p:cNvPr>
          <p:cNvSpPr/>
          <p:nvPr/>
        </p:nvSpPr>
        <p:spPr>
          <a:xfrm>
            <a:off x="3326237" y="2365772"/>
            <a:ext cx="666800" cy="3657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931CEC-0A3F-9A6F-84C5-8B272811B228}"/>
              </a:ext>
            </a:extLst>
          </p:cNvPr>
          <p:cNvSpPr/>
          <p:nvPr/>
        </p:nvSpPr>
        <p:spPr>
          <a:xfrm>
            <a:off x="4076195" y="1920653"/>
            <a:ext cx="325233" cy="3657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B293CE1-9B1A-001D-A3CC-16E4DB11B301}"/>
              </a:ext>
            </a:extLst>
          </p:cNvPr>
          <p:cNvSpPr/>
          <p:nvPr/>
        </p:nvSpPr>
        <p:spPr>
          <a:xfrm>
            <a:off x="4069432" y="2385995"/>
            <a:ext cx="325233" cy="3657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C922F5D-2D7F-9834-5AA9-C7741D78C078}"/>
              </a:ext>
            </a:extLst>
          </p:cNvPr>
          <p:cNvSpPr/>
          <p:nvPr/>
        </p:nvSpPr>
        <p:spPr>
          <a:xfrm>
            <a:off x="3326237" y="1449893"/>
            <a:ext cx="666800" cy="3657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506DB5A-B795-F6F4-EE5E-E175113F5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84" y="4214970"/>
            <a:ext cx="500742" cy="50074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447E8DD-0A0D-F9C1-8DF4-BC48463FB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556" y="4214970"/>
            <a:ext cx="525779" cy="509087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0E34B7EC-AD21-528F-DD8F-F6B5E807BEBB}"/>
              </a:ext>
            </a:extLst>
          </p:cNvPr>
          <p:cNvSpPr/>
          <p:nvPr/>
        </p:nvSpPr>
        <p:spPr>
          <a:xfrm>
            <a:off x="478651" y="4307241"/>
            <a:ext cx="490930" cy="3657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91DE6DE-F848-8488-CAEC-7794E0DA446A}"/>
              </a:ext>
            </a:extLst>
          </p:cNvPr>
          <p:cNvSpPr/>
          <p:nvPr/>
        </p:nvSpPr>
        <p:spPr>
          <a:xfrm>
            <a:off x="1018891" y="4307241"/>
            <a:ext cx="2607498" cy="36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Bob 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4C01C5-6737-EF7D-417A-EA8EEEA7A5CC}"/>
              </a:ext>
            </a:extLst>
          </p:cNvPr>
          <p:cNvSpPr/>
          <p:nvPr/>
        </p:nvSpPr>
        <p:spPr>
          <a:xfrm>
            <a:off x="3702738" y="4307241"/>
            <a:ext cx="3303397" cy="36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bob.dobbs@nomail.org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274DFBF-FD74-A670-18BD-80CEAA3ABE58}"/>
              </a:ext>
            </a:extLst>
          </p:cNvPr>
          <p:cNvGrpSpPr/>
          <p:nvPr/>
        </p:nvGrpSpPr>
        <p:grpSpPr>
          <a:xfrm>
            <a:off x="553371" y="1906967"/>
            <a:ext cx="2654085" cy="372274"/>
            <a:chOff x="7855248" y="2029450"/>
            <a:chExt cx="1438780" cy="372274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2A08C8B-298C-C73B-F64E-EEAB94E569A9}"/>
                </a:ext>
              </a:extLst>
            </p:cNvPr>
            <p:cNvSpPr/>
            <p:nvPr/>
          </p:nvSpPr>
          <p:spPr>
            <a:xfrm>
              <a:off x="8908045" y="2077219"/>
              <a:ext cx="385983" cy="3245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7032E6E-C08A-7106-6501-A6F3A23F9D97}"/>
                </a:ext>
              </a:extLst>
            </p:cNvPr>
            <p:cNvSpPr/>
            <p:nvPr/>
          </p:nvSpPr>
          <p:spPr>
            <a:xfrm>
              <a:off x="7855248" y="2074277"/>
              <a:ext cx="1052797" cy="3245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312609DF-C684-674F-CC98-8EF6E53E33A6}"/>
                </a:ext>
              </a:extLst>
            </p:cNvPr>
            <p:cNvSpPr/>
            <p:nvPr/>
          </p:nvSpPr>
          <p:spPr>
            <a:xfrm flipV="1">
              <a:off x="9021962" y="2096012"/>
              <a:ext cx="171833" cy="281034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D670B87-F853-407D-6969-196C935BF132}"/>
                </a:ext>
              </a:extLst>
            </p:cNvPr>
            <p:cNvSpPr txBox="1"/>
            <p:nvPr/>
          </p:nvSpPr>
          <p:spPr>
            <a:xfrm>
              <a:off x="7855248" y="2029450"/>
              <a:ext cx="8126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dirty="0">
                  <a:solidFill>
                    <a:schemeClr val="tx1"/>
                  </a:solidFill>
                  <a:effectLst/>
                  <a:latin typeface="+mn-lt"/>
                </a:rPr>
                <a:t>editor</a:t>
              </a:r>
              <a:endPara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2E8CB9E-56C5-6C06-EDA9-9DF668C36FFB}"/>
              </a:ext>
            </a:extLst>
          </p:cNvPr>
          <p:cNvGrpSpPr/>
          <p:nvPr/>
        </p:nvGrpSpPr>
        <p:grpSpPr>
          <a:xfrm>
            <a:off x="553371" y="1426029"/>
            <a:ext cx="2654085" cy="372274"/>
            <a:chOff x="7855248" y="2029450"/>
            <a:chExt cx="1438780" cy="372274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0452EF5-E0AD-9FFD-4ACD-A1468CA1FB75}"/>
                </a:ext>
              </a:extLst>
            </p:cNvPr>
            <p:cNvSpPr/>
            <p:nvPr/>
          </p:nvSpPr>
          <p:spPr>
            <a:xfrm>
              <a:off x="8908045" y="2077219"/>
              <a:ext cx="385983" cy="3245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3DBCBAE-9ECA-EE66-DBDA-AC233B39101B}"/>
                </a:ext>
              </a:extLst>
            </p:cNvPr>
            <p:cNvSpPr/>
            <p:nvPr/>
          </p:nvSpPr>
          <p:spPr>
            <a:xfrm>
              <a:off x="7855248" y="2074277"/>
              <a:ext cx="1052797" cy="3245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D014C5DD-EAF2-59FC-4DA0-B9BE500BA6B0}"/>
                </a:ext>
              </a:extLst>
            </p:cNvPr>
            <p:cNvSpPr/>
            <p:nvPr/>
          </p:nvSpPr>
          <p:spPr>
            <a:xfrm flipV="1">
              <a:off x="9021962" y="2096012"/>
              <a:ext cx="171833" cy="281034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CCE4843-6155-D4A1-EE98-ADCBC3FA566A}"/>
                </a:ext>
              </a:extLst>
            </p:cNvPr>
            <p:cNvSpPr txBox="1"/>
            <p:nvPr/>
          </p:nvSpPr>
          <p:spPr>
            <a:xfrm>
              <a:off x="7855248" y="2029450"/>
              <a:ext cx="8126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dirty="0">
                  <a:solidFill>
                    <a:schemeClr val="tx1"/>
                  </a:solidFill>
                  <a:effectLst/>
                  <a:latin typeface="+mn-lt"/>
                </a:rPr>
                <a:t>none</a:t>
              </a:r>
              <a:endPara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974F6EB-0833-C52A-5181-E6F4DD8A4A58}"/>
              </a:ext>
            </a:extLst>
          </p:cNvPr>
          <p:cNvGrpSpPr/>
          <p:nvPr/>
        </p:nvGrpSpPr>
        <p:grpSpPr>
          <a:xfrm>
            <a:off x="553371" y="2365772"/>
            <a:ext cx="2654085" cy="372274"/>
            <a:chOff x="553371" y="2365772"/>
            <a:chExt cx="2654085" cy="372274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EE85592-E249-A27C-E922-96BE40ACFB52}"/>
                </a:ext>
              </a:extLst>
            </p:cNvPr>
            <p:cNvSpPr/>
            <p:nvPr/>
          </p:nvSpPr>
          <p:spPr>
            <a:xfrm>
              <a:off x="2495442" y="2413541"/>
              <a:ext cx="712014" cy="3245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8142BF2-72E3-BD3A-8124-6B27C84C67A8}"/>
                </a:ext>
              </a:extLst>
            </p:cNvPr>
            <p:cNvSpPr/>
            <p:nvPr/>
          </p:nvSpPr>
          <p:spPr>
            <a:xfrm>
              <a:off x="553371" y="2410599"/>
              <a:ext cx="1942071" cy="3245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8B8E4FAC-324D-CE43-2672-06F76D6975C7}"/>
                </a:ext>
              </a:extLst>
            </p:cNvPr>
            <p:cNvSpPr/>
            <p:nvPr/>
          </p:nvSpPr>
          <p:spPr>
            <a:xfrm flipV="1">
              <a:off x="2705582" y="2432334"/>
              <a:ext cx="316976" cy="281034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12B1B14-4396-C02B-AC7E-009D0FD0386E}"/>
                </a:ext>
              </a:extLst>
            </p:cNvPr>
            <p:cNvSpPr txBox="1"/>
            <p:nvPr/>
          </p:nvSpPr>
          <p:spPr>
            <a:xfrm>
              <a:off x="553371" y="2365772"/>
              <a:ext cx="18164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commenter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8AE25F9-981A-6D6F-E508-726C8581C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9293" y="4211888"/>
            <a:ext cx="501179" cy="55686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EE9409D-CC3E-7392-36F5-E921EB9E8D10}"/>
              </a:ext>
            </a:extLst>
          </p:cNvPr>
          <p:cNvGrpSpPr/>
          <p:nvPr/>
        </p:nvGrpSpPr>
        <p:grpSpPr>
          <a:xfrm>
            <a:off x="10809718" y="1920652"/>
            <a:ext cx="325233" cy="365733"/>
            <a:chOff x="7623732" y="5228063"/>
            <a:chExt cx="325233" cy="36573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1A81CB-D1E5-9DFF-DC6C-5EEEF7F8EE5D}"/>
                </a:ext>
              </a:extLst>
            </p:cNvPr>
            <p:cNvSpPr/>
            <p:nvPr/>
          </p:nvSpPr>
          <p:spPr>
            <a:xfrm>
              <a:off x="7623732" y="5228063"/>
              <a:ext cx="325233" cy="3657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ABD278F-305C-C059-60E7-3154CE1BF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52503" y="5267350"/>
              <a:ext cx="267690" cy="287158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E7C5BF-C288-F554-E3CC-00626BD71C20}"/>
              </a:ext>
            </a:extLst>
          </p:cNvPr>
          <p:cNvGrpSpPr/>
          <p:nvPr/>
        </p:nvGrpSpPr>
        <p:grpSpPr>
          <a:xfrm>
            <a:off x="10810396" y="2364039"/>
            <a:ext cx="325233" cy="365733"/>
            <a:chOff x="7623732" y="5228063"/>
            <a:chExt cx="325233" cy="36573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DD9047-EDCC-0767-91A9-BFE5C5556361}"/>
                </a:ext>
              </a:extLst>
            </p:cNvPr>
            <p:cNvSpPr/>
            <p:nvPr/>
          </p:nvSpPr>
          <p:spPr>
            <a:xfrm>
              <a:off x="7623732" y="5228063"/>
              <a:ext cx="325233" cy="3657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C91DE13-097B-446A-5BEE-AAF405690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52503" y="5267350"/>
              <a:ext cx="267690" cy="287158"/>
            </a:xfrm>
            <a:prstGeom prst="rect">
              <a:avLst/>
            </a:prstGeom>
          </p:spPr>
        </p:pic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D71FD77-BA32-E2D1-F8EB-E133505C8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894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D9FF57-BAD9-45F8-F730-B2948F08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Dialogs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7F838-C1C6-0377-2302-6BCC1EF9C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Multi-Scenario Uses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176A5F-7C12-4A6D-C6BB-49884AE4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49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5019-D127-A1F7-72DC-15A6596E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F155-422C-740D-652E-80D45B7A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Text Edit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0D6E2F-9965-663E-8E2F-90426658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30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6DC871-78EA-4C89-6C36-C6EDFE846624}"/>
              </a:ext>
            </a:extLst>
          </p:cNvPr>
          <p:cNvSpPr/>
          <p:nvPr/>
        </p:nvSpPr>
        <p:spPr>
          <a:xfrm>
            <a:off x="699608" y="1417627"/>
            <a:ext cx="8395298" cy="1877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B7A7A5-27CB-9002-3B75-2BB449F97788}"/>
              </a:ext>
            </a:extLst>
          </p:cNvPr>
          <p:cNvSpPr/>
          <p:nvPr/>
        </p:nvSpPr>
        <p:spPr>
          <a:xfrm>
            <a:off x="699608" y="1102560"/>
            <a:ext cx="8395298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Text Editor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F59CCA-EF55-6172-8557-7EAE7948A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972" y="2708282"/>
            <a:ext cx="500742" cy="500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D81ADF-BD80-C57C-BB60-7E6DACD27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844" y="2708282"/>
            <a:ext cx="525779" cy="5090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56EA28E-1D6A-4EC2-8118-7F47870705C1}"/>
              </a:ext>
            </a:extLst>
          </p:cNvPr>
          <p:cNvSpPr/>
          <p:nvPr/>
        </p:nvSpPr>
        <p:spPr>
          <a:xfrm>
            <a:off x="1107418" y="1563738"/>
            <a:ext cx="7889296" cy="10663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Text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FC52CA5-19BF-AC94-4AB6-2838210AB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551267" y="1612929"/>
            <a:ext cx="68878" cy="2213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1B3C994-BBF0-9B25-56D8-7A0CB6058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47" y="2768509"/>
            <a:ext cx="388634" cy="3886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ED2DE7-610D-5FB1-C05E-808D8A1F4D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10" y="1563738"/>
            <a:ext cx="255204" cy="3012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78B9B7-CC5E-FFCA-BC46-92D8B0F1FA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047" y="1955873"/>
            <a:ext cx="340021" cy="27553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6724BD8-E160-1FBA-1D23-1690F801C3E0}"/>
              </a:ext>
            </a:extLst>
          </p:cNvPr>
          <p:cNvGrpSpPr/>
          <p:nvPr/>
        </p:nvGrpSpPr>
        <p:grpSpPr>
          <a:xfrm>
            <a:off x="8824881" y="1563739"/>
            <a:ext cx="194183" cy="1066391"/>
            <a:chOff x="11624052" y="2681831"/>
            <a:chExt cx="220189" cy="146178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82FE8CC-CD29-D6E8-549A-A2F4BFE13E3B}"/>
                </a:ext>
              </a:extLst>
            </p:cNvPr>
            <p:cNvSpPr/>
            <p:nvPr/>
          </p:nvSpPr>
          <p:spPr>
            <a:xfrm>
              <a:off x="11631174" y="2681831"/>
              <a:ext cx="195312" cy="14617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613AE3D-98A0-FDB4-F00C-151821D0457C}"/>
                </a:ext>
              </a:extLst>
            </p:cNvPr>
            <p:cNvSpPr/>
            <p:nvPr/>
          </p:nvSpPr>
          <p:spPr>
            <a:xfrm>
              <a:off x="11631173" y="2839522"/>
              <a:ext cx="213068" cy="176757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67FDA65D-6B7A-53A7-717F-C186BD10DFDB}"/>
                </a:ext>
              </a:extLst>
            </p:cNvPr>
            <p:cNvSpPr/>
            <p:nvPr/>
          </p:nvSpPr>
          <p:spPr>
            <a:xfrm>
              <a:off x="11628532" y="2689080"/>
              <a:ext cx="213068" cy="10473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C8020E5-266D-C12F-B6FF-CFF53D5D458E}"/>
                </a:ext>
              </a:extLst>
            </p:cNvPr>
            <p:cNvSpPr/>
            <p:nvPr/>
          </p:nvSpPr>
          <p:spPr>
            <a:xfrm flipV="1">
              <a:off x="11624052" y="4038880"/>
              <a:ext cx="213068" cy="104738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8183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67E6-1FC5-E8EB-0CD7-BC3717383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2CDA-8A45-5AE3-41F0-25CD58FE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Number Edit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2AE85C-8AF7-E4E7-7E3E-54A71B1E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31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6F30D7-51AF-48B1-B1C7-2814F9650B1D}"/>
              </a:ext>
            </a:extLst>
          </p:cNvPr>
          <p:cNvSpPr/>
          <p:nvPr/>
        </p:nvSpPr>
        <p:spPr>
          <a:xfrm>
            <a:off x="699608" y="1417628"/>
            <a:ext cx="1957675" cy="12396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D2ABE-FAAC-4659-4296-7F5F6663907C}"/>
              </a:ext>
            </a:extLst>
          </p:cNvPr>
          <p:cNvSpPr/>
          <p:nvPr/>
        </p:nvSpPr>
        <p:spPr>
          <a:xfrm>
            <a:off x="699608" y="1102560"/>
            <a:ext cx="1957675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Number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4D6E50-70D0-91C3-AFD7-603A80B2C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859" y="2129380"/>
            <a:ext cx="500742" cy="500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FDF384-13D1-7DFC-4EBB-FC5ED74A3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731" y="2125208"/>
            <a:ext cx="525779" cy="5090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36A3DFE-03EF-DEEF-0C06-6394B8853596}"/>
              </a:ext>
            </a:extLst>
          </p:cNvPr>
          <p:cNvSpPr/>
          <p:nvPr/>
        </p:nvSpPr>
        <p:spPr>
          <a:xfrm>
            <a:off x="1107418" y="1563738"/>
            <a:ext cx="1476222" cy="31506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1234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7E6C7E-01DC-B3FD-2D3A-F4E9F25FD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049510" y="1602119"/>
            <a:ext cx="68878" cy="2213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E030206-DA1A-17CA-211F-6CBA03035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56" y="2191571"/>
            <a:ext cx="388634" cy="388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D8DA84-A448-E8B9-3F6C-DAE5CAD8550C}"/>
              </a:ext>
            </a:extLst>
          </p:cNvPr>
          <p:cNvSpPr txBox="1"/>
          <p:nvPr/>
        </p:nvSpPr>
        <p:spPr>
          <a:xfrm>
            <a:off x="635406" y="1492792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702690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97030-A2C2-32C8-18E9-6D2CD75F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Pick 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DBE434-C349-3C5D-28EF-A9288F2B0555}"/>
              </a:ext>
            </a:extLst>
          </p:cNvPr>
          <p:cNvSpPr/>
          <p:nvPr/>
        </p:nvSpPr>
        <p:spPr>
          <a:xfrm>
            <a:off x="699608" y="1417627"/>
            <a:ext cx="4436988" cy="3553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598785-644F-E291-5F70-70D2B89088D6}"/>
              </a:ext>
            </a:extLst>
          </p:cNvPr>
          <p:cNvSpPr/>
          <p:nvPr/>
        </p:nvSpPr>
        <p:spPr>
          <a:xfrm>
            <a:off x="699608" y="1102560"/>
            <a:ext cx="4436988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Pick one (1): {purpose}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67497F-D65C-AC93-5382-BFCC44E66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601" y="4430184"/>
            <a:ext cx="500742" cy="5007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6BD772-97B8-8AF5-B5EF-1BB44662B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473" y="4430184"/>
            <a:ext cx="525779" cy="50908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3BCAAEF-8D56-8BCA-1A22-793617319FB2}"/>
              </a:ext>
            </a:extLst>
          </p:cNvPr>
          <p:cNvGrpSpPr/>
          <p:nvPr/>
        </p:nvGrpSpPr>
        <p:grpSpPr>
          <a:xfrm>
            <a:off x="791634" y="1505639"/>
            <a:ext cx="4272710" cy="2884572"/>
            <a:chOff x="478651" y="1354540"/>
            <a:chExt cx="6888619" cy="276701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35DFEC-CFB8-0E2D-1893-0BF94CFF9CEA}"/>
                </a:ext>
              </a:extLst>
            </p:cNvPr>
            <p:cNvSpPr/>
            <p:nvPr/>
          </p:nvSpPr>
          <p:spPr>
            <a:xfrm>
              <a:off x="478651" y="1354540"/>
              <a:ext cx="6888619" cy="2767012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C9B51F-20F3-BF5C-46F6-FF69C42F3A1A}"/>
                </a:ext>
              </a:extLst>
            </p:cNvPr>
            <p:cNvSpPr/>
            <p:nvPr/>
          </p:nvSpPr>
          <p:spPr>
            <a:xfrm>
              <a:off x="7225211" y="1354540"/>
              <a:ext cx="121324" cy="27670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C95A390-6E2C-C06C-4987-1DD910760984}"/>
                </a:ext>
              </a:extLst>
            </p:cNvPr>
            <p:cNvSpPr/>
            <p:nvPr/>
          </p:nvSpPr>
          <p:spPr>
            <a:xfrm>
              <a:off x="7225211" y="1653033"/>
              <a:ext cx="132353" cy="334583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5985FA0-C3C2-4F4B-57B7-E99F67926625}"/>
                </a:ext>
              </a:extLst>
            </p:cNvPr>
            <p:cNvSpPr/>
            <p:nvPr/>
          </p:nvSpPr>
          <p:spPr>
            <a:xfrm>
              <a:off x="7223570" y="1368261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9F4B952E-BB51-CD52-B080-ECAEE8118302}"/>
                </a:ext>
              </a:extLst>
            </p:cNvPr>
            <p:cNvSpPr/>
            <p:nvPr/>
          </p:nvSpPr>
          <p:spPr>
            <a:xfrm flipV="1">
              <a:off x="7220788" y="3923293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B1652BE0-EAC2-3E6F-C032-FC9C2475C654}"/>
              </a:ext>
            </a:extLst>
          </p:cNvPr>
          <p:cNvSpPr/>
          <p:nvPr/>
        </p:nvSpPr>
        <p:spPr>
          <a:xfrm>
            <a:off x="901104" y="2054739"/>
            <a:ext cx="282298" cy="2570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F241ED6-D182-636A-B0EA-839C6DFBD57B}"/>
              </a:ext>
            </a:extLst>
          </p:cNvPr>
          <p:cNvSpPr/>
          <p:nvPr/>
        </p:nvSpPr>
        <p:spPr>
          <a:xfrm>
            <a:off x="901104" y="1642647"/>
            <a:ext cx="282298" cy="257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C6259E6-5BBB-7202-7F94-CF85DFAC63F0}"/>
              </a:ext>
            </a:extLst>
          </p:cNvPr>
          <p:cNvSpPr/>
          <p:nvPr/>
        </p:nvSpPr>
        <p:spPr>
          <a:xfrm>
            <a:off x="901104" y="2466831"/>
            <a:ext cx="282298" cy="257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24E9A7-EDFB-C694-366C-2248E9C0B55F}"/>
              </a:ext>
            </a:extLst>
          </p:cNvPr>
          <p:cNvSpPr/>
          <p:nvPr/>
        </p:nvSpPr>
        <p:spPr>
          <a:xfrm>
            <a:off x="901104" y="2877389"/>
            <a:ext cx="282298" cy="257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06CDA48-56CA-D0D3-DD73-53229E63B03C}"/>
              </a:ext>
            </a:extLst>
          </p:cNvPr>
          <p:cNvSpPr/>
          <p:nvPr/>
        </p:nvSpPr>
        <p:spPr>
          <a:xfrm>
            <a:off x="901104" y="3287947"/>
            <a:ext cx="282298" cy="257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B907B9B-A9DB-7B52-677D-07AC39737872}"/>
              </a:ext>
            </a:extLst>
          </p:cNvPr>
          <p:cNvSpPr/>
          <p:nvPr/>
        </p:nvSpPr>
        <p:spPr>
          <a:xfrm>
            <a:off x="901104" y="3698505"/>
            <a:ext cx="282298" cy="257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289B20-79C5-B76B-4492-7B9E8AC2DD45}"/>
              </a:ext>
            </a:extLst>
          </p:cNvPr>
          <p:cNvSpPr txBox="1"/>
          <p:nvPr/>
        </p:nvSpPr>
        <p:spPr>
          <a:xfrm>
            <a:off x="1318002" y="1586497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A2BFE3-557D-2C68-1311-02B189F17E02}"/>
              </a:ext>
            </a:extLst>
          </p:cNvPr>
          <p:cNvSpPr txBox="1"/>
          <p:nvPr/>
        </p:nvSpPr>
        <p:spPr>
          <a:xfrm>
            <a:off x="1318002" y="1998589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C0941F-1F14-3989-1D7C-A22E65596ED0}"/>
              </a:ext>
            </a:extLst>
          </p:cNvPr>
          <p:cNvSpPr txBox="1"/>
          <p:nvPr/>
        </p:nvSpPr>
        <p:spPr>
          <a:xfrm>
            <a:off x="1318002" y="2431246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924C5D-BB8E-B8A5-BC41-1FA475C89EF4}"/>
              </a:ext>
            </a:extLst>
          </p:cNvPr>
          <p:cNvSpPr txBox="1"/>
          <p:nvPr/>
        </p:nvSpPr>
        <p:spPr>
          <a:xfrm>
            <a:off x="1310815" y="2863903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EE7E11-EE65-088C-AB31-B7870CC4BFAE}"/>
              </a:ext>
            </a:extLst>
          </p:cNvPr>
          <p:cNvSpPr txBox="1"/>
          <p:nvPr/>
        </p:nvSpPr>
        <p:spPr>
          <a:xfrm>
            <a:off x="1292872" y="3244334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58201B-7F36-3BB1-7F24-712FA11FE10D}"/>
              </a:ext>
            </a:extLst>
          </p:cNvPr>
          <p:cNvSpPr txBox="1"/>
          <p:nvPr/>
        </p:nvSpPr>
        <p:spPr>
          <a:xfrm>
            <a:off x="1274929" y="3624765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D253C4-13F1-DE0F-BA63-5EDFD88C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916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CB1FD-1B51-1F88-00A1-1E7D54A2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E62C-0E29-3BB4-C9E3-E5600B550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Multi-Pick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C63DBE-7D47-CE8D-C7A1-22BA7485637E}"/>
              </a:ext>
            </a:extLst>
          </p:cNvPr>
          <p:cNvSpPr/>
          <p:nvPr/>
        </p:nvSpPr>
        <p:spPr>
          <a:xfrm>
            <a:off x="699608" y="1417627"/>
            <a:ext cx="4436988" cy="3553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DC3FF7-BC65-251A-2E9D-B0E9CCE9EC0C}"/>
              </a:ext>
            </a:extLst>
          </p:cNvPr>
          <p:cNvSpPr/>
          <p:nvPr/>
        </p:nvSpPr>
        <p:spPr>
          <a:xfrm>
            <a:off x="699608" y="1102560"/>
            <a:ext cx="4436988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Pick Many: {purpose}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258A85-15E9-8AD0-7E70-2AFA57E8B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601" y="4430184"/>
            <a:ext cx="500742" cy="5007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465FE5-D2D1-B9F9-F14B-74ED98A80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473" y="4430184"/>
            <a:ext cx="525779" cy="50908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84AFCCD-BFB3-AF44-111D-D89D4176139C}"/>
              </a:ext>
            </a:extLst>
          </p:cNvPr>
          <p:cNvGrpSpPr/>
          <p:nvPr/>
        </p:nvGrpSpPr>
        <p:grpSpPr>
          <a:xfrm>
            <a:off x="791634" y="1505639"/>
            <a:ext cx="4272710" cy="2884572"/>
            <a:chOff x="478651" y="1354540"/>
            <a:chExt cx="6888619" cy="276701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8C3FD6-BCAA-6190-0351-ECF25BB174A8}"/>
                </a:ext>
              </a:extLst>
            </p:cNvPr>
            <p:cNvSpPr/>
            <p:nvPr/>
          </p:nvSpPr>
          <p:spPr>
            <a:xfrm>
              <a:off x="478651" y="1354540"/>
              <a:ext cx="6888619" cy="2767012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0C5FDE2-DDE3-C06C-D2DC-4677422187B9}"/>
                </a:ext>
              </a:extLst>
            </p:cNvPr>
            <p:cNvSpPr/>
            <p:nvPr/>
          </p:nvSpPr>
          <p:spPr>
            <a:xfrm>
              <a:off x="7225211" y="1354540"/>
              <a:ext cx="121324" cy="27670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9F8F80C-FC2B-3208-BCF4-88B892A825FB}"/>
                </a:ext>
              </a:extLst>
            </p:cNvPr>
            <p:cNvSpPr/>
            <p:nvPr/>
          </p:nvSpPr>
          <p:spPr>
            <a:xfrm>
              <a:off x="7225211" y="1653033"/>
              <a:ext cx="132353" cy="334583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1DFBF55-AEC0-32B3-F798-BA29D8A20E1F}"/>
                </a:ext>
              </a:extLst>
            </p:cNvPr>
            <p:cNvSpPr/>
            <p:nvPr/>
          </p:nvSpPr>
          <p:spPr>
            <a:xfrm>
              <a:off x="7223570" y="1368261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0C5A64E-2C96-4D90-4F3A-E20AD83AF3F1}"/>
                </a:ext>
              </a:extLst>
            </p:cNvPr>
            <p:cNvSpPr/>
            <p:nvPr/>
          </p:nvSpPr>
          <p:spPr>
            <a:xfrm flipV="1">
              <a:off x="7220788" y="3923293"/>
              <a:ext cx="132353" cy="198259"/>
            </a:xfrm>
            <a:prstGeom prst="triangl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396B42B-0592-A80F-D081-3899D0F106FE}"/>
              </a:ext>
            </a:extLst>
          </p:cNvPr>
          <p:cNvSpPr txBox="1"/>
          <p:nvPr/>
        </p:nvSpPr>
        <p:spPr>
          <a:xfrm>
            <a:off x="1244244" y="1586497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72F556-2EE1-4E8F-DCFE-20430CFF5ECC}"/>
              </a:ext>
            </a:extLst>
          </p:cNvPr>
          <p:cNvSpPr txBox="1"/>
          <p:nvPr/>
        </p:nvSpPr>
        <p:spPr>
          <a:xfrm>
            <a:off x="1244244" y="1994151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4E0243-0BBC-8182-346B-8B2CBDB6D561}"/>
              </a:ext>
            </a:extLst>
          </p:cNvPr>
          <p:cNvSpPr txBox="1"/>
          <p:nvPr/>
        </p:nvSpPr>
        <p:spPr>
          <a:xfrm>
            <a:off x="1244244" y="2401805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EEBAA0-8673-6589-04ED-0FB003522DD1}"/>
              </a:ext>
            </a:extLst>
          </p:cNvPr>
          <p:cNvSpPr txBox="1"/>
          <p:nvPr/>
        </p:nvSpPr>
        <p:spPr>
          <a:xfrm>
            <a:off x="1244244" y="2809459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C13D71-8E3A-3199-CF41-60FB3E5A5784}"/>
              </a:ext>
            </a:extLst>
          </p:cNvPr>
          <p:cNvSpPr txBox="1"/>
          <p:nvPr/>
        </p:nvSpPr>
        <p:spPr>
          <a:xfrm>
            <a:off x="1244244" y="3217113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15A607-FC01-D666-AD44-92E0A0C77212}"/>
              </a:ext>
            </a:extLst>
          </p:cNvPr>
          <p:cNvSpPr txBox="1"/>
          <p:nvPr/>
        </p:nvSpPr>
        <p:spPr>
          <a:xfrm>
            <a:off x="1244244" y="3624765"/>
            <a:ext cx="10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Item 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85A3A3-1BE1-A7F9-2158-E35318DB8B6D}"/>
              </a:ext>
            </a:extLst>
          </p:cNvPr>
          <p:cNvSpPr/>
          <p:nvPr/>
        </p:nvSpPr>
        <p:spPr>
          <a:xfrm>
            <a:off x="895897" y="2030893"/>
            <a:ext cx="274770" cy="285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3608984-45AE-AA3B-F84D-D5807E6C029E}"/>
              </a:ext>
            </a:extLst>
          </p:cNvPr>
          <p:cNvSpPr/>
          <p:nvPr/>
        </p:nvSpPr>
        <p:spPr>
          <a:xfrm>
            <a:off x="895897" y="3253720"/>
            <a:ext cx="274770" cy="285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D46485-C2F9-9A39-BE40-C1E1414AE358}"/>
              </a:ext>
            </a:extLst>
          </p:cNvPr>
          <p:cNvSpPr/>
          <p:nvPr/>
        </p:nvSpPr>
        <p:spPr>
          <a:xfrm>
            <a:off x="895897" y="1623284"/>
            <a:ext cx="274770" cy="2853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D96DFC-1484-23A3-729A-A17C6B04F30A}"/>
              </a:ext>
            </a:extLst>
          </p:cNvPr>
          <p:cNvSpPr/>
          <p:nvPr/>
        </p:nvSpPr>
        <p:spPr>
          <a:xfrm>
            <a:off x="895897" y="2438502"/>
            <a:ext cx="274770" cy="2853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D164854-426A-7E56-8A0A-53548BC15F6A}"/>
              </a:ext>
            </a:extLst>
          </p:cNvPr>
          <p:cNvSpPr/>
          <p:nvPr/>
        </p:nvSpPr>
        <p:spPr>
          <a:xfrm>
            <a:off x="895897" y="2846111"/>
            <a:ext cx="274770" cy="2853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AF4B476-E0E1-39F2-E5A1-8B3B64732585}"/>
              </a:ext>
            </a:extLst>
          </p:cNvPr>
          <p:cNvSpPr/>
          <p:nvPr/>
        </p:nvSpPr>
        <p:spPr>
          <a:xfrm>
            <a:off x="895897" y="3661328"/>
            <a:ext cx="274770" cy="2853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7B7A28-DC50-9ABE-B91E-8DCF4F89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66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EA6C-51A0-1744-3A85-7D21FD14D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Date Picker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5E6BE1-FD5A-8ED4-637C-223A702C828C}"/>
              </a:ext>
            </a:extLst>
          </p:cNvPr>
          <p:cNvSpPr/>
          <p:nvPr/>
        </p:nvSpPr>
        <p:spPr>
          <a:xfrm>
            <a:off x="699608" y="1417627"/>
            <a:ext cx="4436988" cy="3553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A93375-65DF-2484-AC64-43FF85E6777F}"/>
              </a:ext>
            </a:extLst>
          </p:cNvPr>
          <p:cNvSpPr/>
          <p:nvPr/>
        </p:nvSpPr>
        <p:spPr>
          <a:xfrm>
            <a:off x="699608" y="1102560"/>
            <a:ext cx="4436988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Date for: {my purpose}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08CC1D-F1A0-AC4B-35EE-6C587266D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368" y="1501727"/>
            <a:ext cx="310991" cy="4619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D4F8B8-B8CD-9166-F0A6-1CE026EF5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961" y="1523374"/>
            <a:ext cx="430088" cy="4186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49CD48-777A-085B-9670-5D3D25D86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601" y="4430184"/>
            <a:ext cx="500742" cy="5007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C53F18-2EE9-2167-7DDD-31ECB68C8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1473" y="4430184"/>
            <a:ext cx="525779" cy="5090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2B91FBE-6824-5FEA-9314-596F6416C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0017" y="2151109"/>
            <a:ext cx="416917" cy="41691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DA24FF-7872-D7A6-045C-A5E0421372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1250" y="2670738"/>
            <a:ext cx="403437" cy="4034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F299BD7-7DEC-371B-4B94-4EA1B935C1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6668" y="3176887"/>
            <a:ext cx="403437" cy="41691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B39EE2E-06A8-90B4-FC26-A66D934B17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190" y="1507232"/>
            <a:ext cx="2886478" cy="339137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055B79C-4C58-B221-2E22-D295056FF405}"/>
              </a:ext>
            </a:extLst>
          </p:cNvPr>
          <p:cNvSpPr/>
          <p:nvPr/>
        </p:nvSpPr>
        <p:spPr>
          <a:xfrm>
            <a:off x="4240603" y="2155793"/>
            <a:ext cx="793653" cy="41691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7A34F9-5104-069C-E990-E7E9A1E70951}"/>
              </a:ext>
            </a:extLst>
          </p:cNvPr>
          <p:cNvSpPr/>
          <p:nvPr/>
        </p:nvSpPr>
        <p:spPr>
          <a:xfrm>
            <a:off x="4240603" y="2679393"/>
            <a:ext cx="793653" cy="41691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B43532-8ADD-2FB1-7BF3-A0FFF12CE2D0}"/>
              </a:ext>
            </a:extLst>
          </p:cNvPr>
          <p:cNvSpPr/>
          <p:nvPr/>
        </p:nvSpPr>
        <p:spPr>
          <a:xfrm>
            <a:off x="4240603" y="3202918"/>
            <a:ext cx="793653" cy="41691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D2999-9C50-812C-D473-21703DA7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581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5BCAEF9-178A-588E-B6C8-27B20268F268}"/>
              </a:ext>
            </a:extLst>
          </p:cNvPr>
          <p:cNvSpPr/>
          <p:nvPr/>
        </p:nvSpPr>
        <p:spPr>
          <a:xfrm>
            <a:off x="6491449" y="1512816"/>
            <a:ext cx="448743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0EBAC-A650-DEDB-5D5B-349833C5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Dialog: Download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A8297-86CB-E84E-9BE7-5FC757A1C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02F1-D8B6-4D7F-AE46-BA4CF4319B0F}" type="slidenum">
              <a:rPr lang="en-US" smtClean="0"/>
              <a:t>35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1CEEA-0BEE-8854-613E-3217E1F25344}"/>
              </a:ext>
            </a:extLst>
          </p:cNvPr>
          <p:cNvSpPr/>
          <p:nvPr/>
        </p:nvSpPr>
        <p:spPr>
          <a:xfrm>
            <a:off x="441858" y="1348075"/>
            <a:ext cx="7965712" cy="7855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134422-E9A6-7569-99EA-24ACE7080ABF}"/>
              </a:ext>
            </a:extLst>
          </p:cNvPr>
          <p:cNvSpPr/>
          <p:nvPr/>
        </p:nvSpPr>
        <p:spPr>
          <a:xfrm>
            <a:off x="441858" y="1033008"/>
            <a:ext cx="7965712" cy="3150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Download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D26BD4-71EF-9AFD-F48E-8C5CC6920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04" y="1438240"/>
            <a:ext cx="525779" cy="5090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78BACF-B17A-EA1D-44F2-64583E1A7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40" y="1513771"/>
            <a:ext cx="409264" cy="4092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0CB887-7CC7-32F1-5500-870EF962E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46" y="1513771"/>
            <a:ext cx="409264" cy="4092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007B53-149F-9500-132C-E7BF070796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067" y="1462593"/>
            <a:ext cx="535269" cy="47384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E080AC9-AFD7-F922-2614-BA50BAEC4CB9}"/>
              </a:ext>
            </a:extLst>
          </p:cNvPr>
          <p:cNvSpPr/>
          <p:nvPr/>
        </p:nvSpPr>
        <p:spPr>
          <a:xfrm>
            <a:off x="1761567" y="1513771"/>
            <a:ext cx="4737423" cy="3866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  <a:r>
              <a:rPr lang="en-US" sz="14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usr</a:t>
            </a: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/home/</a:t>
            </a:r>
            <a:r>
              <a:rPr lang="en-US" sz="14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tmp</a:t>
            </a: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/</a:t>
            </a:r>
            <a:r>
              <a:rPr lang="en-US" sz="14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xyz.json</a:t>
            </a:r>
            <a:endParaRPr lang="en-US"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1E4811-38A0-FF7B-F2C9-E0E75CCD7C07}"/>
              </a:ext>
            </a:extLst>
          </p:cNvPr>
          <p:cNvSpPr/>
          <p:nvPr/>
        </p:nvSpPr>
        <p:spPr>
          <a:xfrm>
            <a:off x="1066740" y="1462593"/>
            <a:ext cx="535269" cy="52163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DD31A9F-5A97-00F8-7399-4734E750E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288" y="1538299"/>
            <a:ext cx="315067" cy="31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58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761</Words>
  <Application>Microsoft Office PowerPoint</Application>
  <PresentationFormat>Widescreen</PresentationFormat>
  <Paragraphs>300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Aptos</vt:lpstr>
      <vt:lpstr>Arial</vt:lpstr>
      <vt:lpstr>CaskaydiaCove Nerd Font</vt:lpstr>
      <vt:lpstr>Consolas</vt:lpstr>
      <vt:lpstr>Fira Code</vt:lpstr>
      <vt:lpstr>Roboto</vt:lpstr>
      <vt:lpstr>Tahoma</vt:lpstr>
      <vt:lpstr>Office Theme</vt:lpstr>
      <vt:lpstr>UI Design</vt:lpstr>
      <vt:lpstr>UX Affordances</vt:lpstr>
      <vt:lpstr>Page: Logged Out</vt:lpstr>
      <vt:lpstr>Page: Logged in</vt:lpstr>
      <vt:lpstr>Views</vt:lpstr>
      <vt:lpstr>Views: Item</vt:lpstr>
      <vt:lpstr>View: Item List/Search</vt:lpstr>
      <vt:lpstr>View: Reporting</vt:lpstr>
      <vt:lpstr>Panels</vt:lpstr>
      <vt:lpstr>Panel: History</vt:lpstr>
      <vt:lpstr>Panel: Tags</vt:lpstr>
      <vt:lpstr>Panel: Attachments</vt:lpstr>
      <vt:lpstr>Panel: Relationships</vt:lpstr>
      <vt:lpstr>Panel: Name / Value</vt:lpstr>
      <vt:lpstr>Dialog: Specialty</vt:lpstr>
      <vt:lpstr>Dialog: Settings</vt:lpstr>
      <vt:lpstr>Dialog: Login</vt:lpstr>
      <vt:lpstr>Dialog: Attachment</vt:lpstr>
      <vt:lpstr>Dialog: Add Relation</vt:lpstr>
      <vt:lpstr>Dialog: Add/Edit Name  Value</vt:lpstr>
      <vt:lpstr>Dialog: Column Picker</vt:lpstr>
      <vt:lpstr>Dialog: Reorder</vt:lpstr>
      <vt:lpstr>Dialog: User Picker </vt:lpstr>
      <vt:lpstr>Dialog: Edit a User</vt:lpstr>
      <vt:lpstr>Dialog: Reset Password</vt:lpstr>
      <vt:lpstr>Dialog: Organization Picker </vt:lpstr>
      <vt:lpstr>Dialog: Organization Editor</vt:lpstr>
      <vt:lpstr>Dialog: Edit User Org Membership and Role Permissions</vt:lpstr>
      <vt:lpstr>Generic Dialogs</vt:lpstr>
      <vt:lpstr>Dialog: Text Edit</vt:lpstr>
      <vt:lpstr>Dialog: Number Edit</vt:lpstr>
      <vt:lpstr>Dialog: Pick ONE</vt:lpstr>
      <vt:lpstr>Dialog: Multi-Pick</vt:lpstr>
      <vt:lpstr>Dialog: Date Picker</vt:lpstr>
      <vt:lpstr>Dialog: Download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Stuart Williams</dc:creator>
  <cp:lastModifiedBy>Stuart Williams</cp:lastModifiedBy>
  <cp:revision>153</cp:revision>
  <dcterms:created xsi:type="dcterms:W3CDTF">2026-09-22T22:41:33Z</dcterms:created>
  <dcterms:modified xsi:type="dcterms:W3CDTF">2026-09-27T18:38:49Z</dcterms:modified>
</cp:coreProperties>
</file>